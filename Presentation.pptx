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1476" r:id="rId5"/>
    <p:sldId id="1296" r:id="rId6"/>
    <p:sldId id="756" r:id="rId7"/>
    <p:sldId id="260" r:id="rId8"/>
    <p:sldId id="792" r:id="rId9"/>
    <p:sldId id="263" r:id="rId10"/>
    <p:sldId id="281" r:id="rId11"/>
    <p:sldId id="524" r:id="rId12"/>
    <p:sldId id="1477" r:id="rId13"/>
    <p:sldId id="1479" r:id="rId14"/>
    <p:sldId id="1478" r:id="rId15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4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0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A193D0-5F19-49ED-BE30-1C00AFA001E0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036A53-1946-47CB-9767-FFB113E53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894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D5CBA5-5E1A-704F-BDEB-828C67D5060D}" type="slidenum">
              <a:rPr lang="en-US" altLang="zh-CN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6079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E8AE80-2670-45BB-D9C3-2A196DC30B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845229E-6622-2475-ECB1-33E58C861E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A5D85B-9759-FAEE-01C3-78741B282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74A6-8157-41EC-B80B-79AE535D3DA7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E5DAE4-0F07-9FD4-8AAC-D7B1C6339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7DA287-92CF-1F84-67B5-5D02D0A35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7669-2AD1-40B2-9A7A-D47EE95D6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562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F3310-AA32-0FFB-A8A4-84356B8D5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4FF0F5-B41F-B447-9EDB-D44251C6E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DFEF77-088E-A2B4-29DF-CCBFCF265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74A6-8157-41EC-B80B-79AE535D3DA7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70BD43-2CBA-51B0-0D11-F73ECB183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4A355E-C5E3-C9E1-616D-39035B16C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7669-2AD1-40B2-9A7A-D47EE95D6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174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30F173-118B-5AFA-64C1-4CDEE70F9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FB9B5A-2D79-0363-7A52-E02E41F23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D4FFB6-228D-922B-0F53-6A373AC37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74A6-8157-41EC-B80B-79AE535D3DA7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DD97D4-0222-C211-DDEE-F4FB34141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2E9B05-E956-7C0D-5FB2-ADC8D524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7669-2AD1-40B2-9A7A-D47EE95D6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89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6B3A1C-F8AB-7C8A-402F-A913ABB9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52448D-643B-364B-3824-43FB57372A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234C6B-C188-2E25-2A04-1017ED32A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3CEA6C-63E6-1EA2-69F2-24F824F9B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74A6-8157-41EC-B80B-79AE535D3DA7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7CA89C-7560-8BFD-2686-9EBD8C162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AABB95-CF3F-4B98-3B53-E37992715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7669-2AD1-40B2-9A7A-D47EE95D6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306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63E327-F8C5-CD47-70E8-7BAE2F081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EB7EC6-ACCC-C7CC-BBB8-A3FE5A3B2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255DA3-2B68-91C4-136E-8A556BC64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F5F5F4B-7BC9-E5E3-1C94-C9ABBED72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8B6CAFE-EEAB-2D38-1A7D-76A6FAE30E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199211C-AA3A-DADD-03A7-E6BCCBE65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74A6-8157-41EC-B80B-79AE535D3DA7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3B574E3-27BF-2076-560F-DBCDF8BE0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ED7ECFF-E742-C2A8-9F34-009E2D1DA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7669-2AD1-40B2-9A7A-D47EE95D6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082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1601BC-18A0-C778-B548-DD0B4BB02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E3407C7-7E34-870B-C4C2-2FA2A8B54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74A6-8157-41EC-B80B-79AE535D3DA7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044A172-F65C-0F37-222C-9290FC894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8D01257-7BE6-568D-14DF-ABCD638B6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7669-2AD1-40B2-9A7A-D47EE95D6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295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428AEA0-1CC5-9A42-9685-320902A8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74A6-8157-41EC-B80B-79AE535D3DA7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34E5D0E-554E-AEC8-CA28-BBE731CDD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E0E308-856D-1DEE-1FB9-C119138BE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7669-2AD1-40B2-9A7A-D47EE95D6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915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917F08-2C0B-8C63-C48A-725E13788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07046F-5C55-8442-93FA-61426388E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3DEDB2-915F-BF04-CEE6-88FBAEA4B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B39564-EB5F-81D1-F3BD-5259B2F3E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74A6-8157-41EC-B80B-79AE535D3DA7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FA7A3A-AF4A-6F4F-771D-A3C82CC6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B302A8-4363-970B-C438-25859227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7669-2AD1-40B2-9A7A-D47EE95D6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098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22CB07-07EF-7555-513A-6F2A3F197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999CDE6-67FC-8447-3D49-451DFCD8C9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BF0965-D557-1406-A179-061333E00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BEF835-33ED-51AB-E4A5-52C187F4C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74A6-8157-41EC-B80B-79AE535D3DA7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33B2D4-67A6-0445-01BF-C0DFE0267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246712-36FB-57DC-E1EB-312DCC073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7669-2AD1-40B2-9A7A-D47EE95D6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925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9EA90-12CE-C053-CFFE-6A34DE7AA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23EF60-0833-6210-1D27-CF7FB8E983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657125-3BEB-0B7C-5E02-8CADB3E97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74A6-8157-41EC-B80B-79AE535D3DA7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914577-C63E-CDAF-BD63-37C95CD20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BE382C-ACB9-D4E6-0954-2A299EADF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7669-2AD1-40B2-9A7A-D47EE95D6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59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39A9B4C-4C51-57A5-6238-88653022B4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11767D-B11E-415A-3592-B77207D0F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AE37BD-A70F-8EE1-6CB8-B9306159B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74A6-8157-41EC-B80B-79AE535D3DA7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C682FB-C187-291C-3A58-D0B8C7366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639EA8-882A-3201-3A20-3C8C14C5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7669-2AD1-40B2-9A7A-D47EE95D6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244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9D956D5-E775-C7E5-0E4E-9B44EC9FB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C31C57-9D5F-3538-288A-AD7803D7F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2A370C-84A7-B596-A3C2-18904A83D8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974A6-8157-41EC-B80B-79AE535D3DA7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01D3A4-1519-A609-A6F8-5D33927A11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9B1F68-1B37-FD5D-0A0A-86D1C1E82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07669-2AD1-40B2-9A7A-D47EE95D6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342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15E36326-9F6A-6CC0-C2F6-DAAFE49772FA}"/>
              </a:ext>
            </a:extLst>
          </p:cNvPr>
          <p:cNvSpPr/>
          <p:nvPr/>
        </p:nvSpPr>
        <p:spPr>
          <a:xfrm>
            <a:off x="0" y="0"/>
            <a:ext cx="5577795" cy="2053963"/>
          </a:xfrm>
          <a:custGeom>
            <a:avLst/>
            <a:gdLst>
              <a:gd name="connsiteX0" fmla="*/ 0 w 5577795"/>
              <a:gd name="connsiteY0" fmla="*/ 0 h 3134032"/>
              <a:gd name="connsiteX1" fmla="*/ 5577795 w 5577795"/>
              <a:gd name="connsiteY1" fmla="*/ 0 h 3134032"/>
              <a:gd name="connsiteX2" fmla="*/ 5527662 w 5577795"/>
              <a:gd name="connsiteY2" fmla="*/ 121494 h 3134032"/>
              <a:gd name="connsiteX3" fmla="*/ 268477 w 5577795"/>
              <a:gd name="connsiteY3" fmla="*/ 3134032 h 3134032"/>
              <a:gd name="connsiteX4" fmla="*/ 0 w 5577795"/>
              <a:gd name="connsiteY4" fmla="*/ 3128466 h 3134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7795" h="3134032">
                <a:moveTo>
                  <a:pt x="0" y="0"/>
                </a:moveTo>
                <a:lnTo>
                  <a:pt x="5577795" y="0"/>
                </a:lnTo>
                <a:lnTo>
                  <a:pt x="5527662" y="121494"/>
                </a:lnTo>
                <a:cubicBezTo>
                  <a:pt x="4742695" y="1879446"/>
                  <a:pt x="2684259" y="3134032"/>
                  <a:pt x="268477" y="3134032"/>
                </a:cubicBezTo>
                <a:lnTo>
                  <a:pt x="0" y="3128466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43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3A1E3854-24CB-18C6-AF7A-9298779744B0}"/>
              </a:ext>
            </a:extLst>
          </p:cNvPr>
          <p:cNvSpPr txBox="1"/>
          <p:nvPr/>
        </p:nvSpPr>
        <p:spPr>
          <a:xfrm>
            <a:off x="561889" y="879855"/>
            <a:ext cx="11611726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9900" dirty="0">
                <a:gradFill>
                  <a:gsLst>
                    <a:gs pos="0">
                      <a:schemeClr val="accent1">
                        <a:alpha val="43000"/>
                      </a:schemeClr>
                    </a:gs>
                    <a:gs pos="68000">
                      <a:schemeClr val="bg1"/>
                    </a:gs>
                  </a:gsLst>
                  <a:lin ang="2160000" scaled="0"/>
                </a:gradFill>
                <a:latin typeface="MiSans" pitchFamily="2" charset="-122"/>
                <a:ea typeface="MiSans" pitchFamily="2" charset="-122"/>
              </a:rPr>
              <a:t>Summary</a:t>
            </a:r>
            <a:endParaRPr lang="zh-CN" altLang="en-US" sz="19900" dirty="0">
              <a:gradFill>
                <a:gsLst>
                  <a:gs pos="0">
                    <a:schemeClr val="accent1">
                      <a:alpha val="43000"/>
                    </a:schemeClr>
                  </a:gs>
                  <a:gs pos="68000">
                    <a:schemeClr val="bg1"/>
                  </a:gs>
                </a:gsLst>
                <a:lin ang="2160000" scaled="0"/>
              </a:gradFill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8ECEAC8C-5E81-DF7D-AF8F-0733F58E0813}"/>
              </a:ext>
            </a:extLst>
          </p:cNvPr>
          <p:cNvSpPr/>
          <p:nvPr/>
        </p:nvSpPr>
        <p:spPr>
          <a:xfrm flipH="1">
            <a:off x="6433171" y="1415845"/>
            <a:ext cx="5788974" cy="5442155"/>
          </a:xfrm>
          <a:custGeom>
            <a:avLst/>
            <a:gdLst>
              <a:gd name="connsiteX0" fmla="*/ 2822510 w 5867401"/>
              <a:gd name="connsiteY0" fmla="*/ 0 h 5515883"/>
              <a:gd name="connsiteX1" fmla="*/ 5867401 w 5867401"/>
              <a:gd name="connsiteY1" fmla="*/ 3044891 h 5515883"/>
              <a:gd name="connsiteX2" fmla="*/ 4759344 w 5867401"/>
              <a:gd name="connsiteY2" fmla="*/ 5394477 h 5515883"/>
              <a:gd name="connsiteX3" fmla="*/ 4596990 w 5867401"/>
              <a:gd name="connsiteY3" fmla="*/ 5515883 h 5515883"/>
              <a:gd name="connsiteX4" fmla="*/ 1048031 w 5867401"/>
              <a:gd name="connsiteY4" fmla="*/ 5515883 h 5515883"/>
              <a:gd name="connsiteX5" fmla="*/ 885677 w 5867401"/>
              <a:gd name="connsiteY5" fmla="*/ 5394477 h 5515883"/>
              <a:gd name="connsiteX6" fmla="*/ 16902 w 5867401"/>
              <a:gd name="connsiteY6" fmla="*/ 4230100 h 5515883"/>
              <a:gd name="connsiteX7" fmla="*/ 0 w 5867401"/>
              <a:gd name="connsiteY7" fmla="*/ 4183921 h 5515883"/>
              <a:gd name="connsiteX8" fmla="*/ 0 w 5867401"/>
              <a:gd name="connsiteY8" fmla="*/ 1905861 h 5515883"/>
              <a:gd name="connsiteX9" fmla="*/ 16902 w 5867401"/>
              <a:gd name="connsiteY9" fmla="*/ 1859682 h 5515883"/>
              <a:gd name="connsiteX10" fmla="*/ 2822510 w 5867401"/>
              <a:gd name="connsiteY10" fmla="*/ 0 h 5515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67401" h="5515883">
                <a:moveTo>
                  <a:pt x="2822510" y="0"/>
                </a:moveTo>
                <a:cubicBezTo>
                  <a:pt x="4504157" y="0"/>
                  <a:pt x="5867401" y="1363244"/>
                  <a:pt x="5867401" y="3044891"/>
                </a:cubicBezTo>
                <a:cubicBezTo>
                  <a:pt x="5867401" y="3990818"/>
                  <a:pt x="5436062" y="4835999"/>
                  <a:pt x="4759344" y="5394477"/>
                </a:cubicBezTo>
                <a:lnTo>
                  <a:pt x="4596990" y="5515883"/>
                </a:lnTo>
                <a:lnTo>
                  <a:pt x="1048031" y="5515883"/>
                </a:lnTo>
                <a:lnTo>
                  <a:pt x="885677" y="5394477"/>
                </a:lnTo>
                <a:cubicBezTo>
                  <a:pt x="509722" y="5084212"/>
                  <a:pt x="209502" y="4685457"/>
                  <a:pt x="16902" y="4230100"/>
                </a:cubicBezTo>
                <a:lnTo>
                  <a:pt x="0" y="4183921"/>
                </a:lnTo>
                <a:lnTo>
                  <a:pt x="0" y="1905861"/>
                </a:lnTo>
                <a:lnTo>
                  <a:pt x="16902" y="1859682"/>
                </a:lnTo>
                <a:cubicBezTo>
                  <a:pt x="479141" y="766825"/>
                  <a:pt x="1561275" y="0"/>
                  <a:pt x="2822510" y="0"/>
                </a:cubicBezTo>
                <a:close/>
              </a:path>
            </a:pathLst>
          </a:custGeom>
          <a:blipFill>
            <a:blip r:embed="rId2"/>
            <a:srcRect/>
            <a:stretch>
              <a:fillRect t="-17667" b="-17667"/>
            </a:stretch>
          </a:blipFill>
          <a:ln>
            <a:noFill/>
          </a:ln>
          <a:effectLst>
            <a:outerShdw blurRad="330200" dist="190500" dir="2700000" algn="tl" rotWithShape="0">
              <a:schemeClr val="bg1">
                <a:lumMod val="7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汉仪旗黑X1-55W" panose="00020600040101010101" pitchFamily="18" charset="-122"/>
            </a:endParaRPr>
          </a:p>
        </p:txBody>
      </p:sp>
      <p:sp>
        <p:nvSpPr>
          <p:cNvPr id="12" name="演示研究所 SlideLab.cc">
            <a:extLst>
              <a:ext uri="{FF2B5EF4-FFF2-40B4-BE49-F238E27FC236}">
                <a16:creationId xmlns:a16="http://schemas.microsoft.com/office/drawing/2014/main" id="{E76FB037-65ED-4248-5848-FDA954D786F4}"/>
              </a:ext>
            </a:extLst>
          </p:cNvPr>
          <p:cNvSpPr txBox="1"/>
          <p:nvPr/>
        </p:nvSpPr>
        <p:spPr>
          <a:xfrm>
            <a:off x="421568" y="3429000"/>
            <a:ext cx="5788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10000"/>
                    </a:prstClr>
                  </a:outerShdw>
                </a:effectLst>
                <a:latin typeface="MiSans Demibold" pitchFamily="2" charset="-122"/>
                <a:ea typeface="MiSans Demibold" pitchFamily="2" charset="-122"/>
                <a:cs typeface="字魂143号-狂傲行书" panose="00000500000000000000" pitchFamily="2" charset="-122"/>
                <a:sym typeface="思源黑体 CN Light" panose="020B0300000000000000" pitchFamily="34" charset="-122"/>
              </a:rPr>
              <a:t>Calendar Demo Progress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50800" dist="38100" dir="5400000" algn="t" rotWithShape="0">
                  <a:prstClr val="black">
                    <a:alpha val="10000"/>
                  </a:prstClr>
                </a:outerShdw>
              </a:effectLst>
              <a:latin typeface="MiSans Demibold" pitchFamily="2" charset="-122"/>
              <a:ea typeface="MiSans Demibold" pitchFamily="2" charset="-122"/>
              <a:cs typeface="字魂143号-狂傲行书" panose="00000500000000000000" pitchFamily="2" charset="-122"/>
              <a:sym typeface="思源黑体 CN Light" panose="020B0300000000000000" pitchFamily="34" charset="-122"/>
            </a:endParaRPr>
          </a:p>
        </p:txBody>
      </p:sp>
      <p:sp>
        <p:nvSpPr>
          <p:cNvPr id="13" name="演示研究所 SlideLab.cc">
            <a:extLst>
              <a:ext uri="{FF2B5EF4-FFF2-40B4-BE49-F238E27FC236}">
                <a16:creationId xmlns:a16="http://schemas.microsoft.com/office/drawing/2014/main" id="{234B2FAD-98E9-5A90-AC3A-F8B2A24E3F8E}"/>
              </a:ext>
            </a:extLst>
          </p:cNvPr>
          <p:cNvSpPr txBox="1"/>
          <p:nvPr/>
        </p:nvSpPr>
        <p:spPr>
          <a:xfrm>
            <a:off x="498003" y="4321278"/>
            <a:ext cx="5079792" cy="322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Name : Wang Junkai  Student ID : C3555552 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演示研究所 SlideLab.cc">
            <a:extLst>
              <a:ext uri="{FF2B5EF4-FFF2-40B4-BE49-F238E27FC236}">
                <a16:creationId xmlns:a16="http://schemas.microsoft.com/office/drawing/2014/main" id="{C6FB2257-C6F0-DF70-DF3B-C4684CB111FA}"/>
              </a:ext>
            </a:extLst>
          </p:cNvPr>
          <p:cNvSpPr/>
          <p:nvPr/>
        </p:nvSpPr>
        <p:spPr>
          <a:xfrm>
            <a:off x="6391226" y="287576"/>
            <a:ext cx="1195584" cy="1195584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X1-55W" panose="00020600040101010101" pitchFamily="18" charset="-122"/>
            </a:endParaRPr>
          </a:p>
        </p:txBody>
      </p:sp>
      <p:sp>
        <p:nvSpPr>
          <p:cNvPr id="62" name="演示研究所 SlideLab.cc">
            <a:extLst>
              <a:ext uri="{FF2B5EF4-FFF2-40B4-BE49-F238E27FC236}">
                <a16:creationId xmlns:a16="http://schemas.microsoft.com/office/drawing/2014/main" id="{21F45FD4-CD08-405B-128C-C86D990C1677}"/>
              </a:ext>
            </a:extLst>
          </p:cNvPr>
          <p:cNvSpPr/>
          <p:nvPr/>
        </p:nvSpPr>
        <p:spPr>
          <a:xfrm>
            <a:off x="484" y="5236395"/>
            <a:ext cx="3272369" cy="1614754"/>
          </a:xfrm>
          <a:custGeom>
            <a:avLst/>
            <a:gdLst>
              <a:gd name="connsiteX0" fmla="*/ 1536457 w 3272369"/>
              <a:gd name="connsiteY0" fmla="*/ 3024 h 1614754"/>
              <a:gd name="connsiteX1" fmla="*/ 2584149 w 3272369"/>
              <a:gd name="connsiteY1" fmla="*/ 299257 h 1614754"/>
              <a:gd name="connsiteX2" fmla="*/ 3260017 w 3272369"/>
              <a:gd name="connsiteY2" fmla="*/ 1412311 h 1614754"/>
              <a:gd name="connsiteX3" fmla="*/ 3272369 w 3272369"/>
              <a:gd name="connsiteY3" fmla="*/ 1614754 h 1614754"/>
              <a:gd name="connsiteX4" fmla="*/ 2441804 w 3272369"/>
              <a:gd name="connsiteY4" fmla="*/ 1614754 h 1614754"/>
              <a:gd name="connsiteX5" fmla="*/ 2435959 w 3272369"/>
              <a:gd name="connsiteY5" fmla="*/ 1519472 h 1614754"/>
              <a:gd name="connsiteX6" fmla="*/ 2100103 w 3272369"/>
              <a:gd name="connsiteY6" fmla="*/ 974756 h 1614754"/>
              <a:gd name="connsiteX7" fmla="*/ 1273901 w 3272369"/>
              <a:gd name="connsiteY7" fmla="*/ 915523 h 1614754"/>
              <a:gd name="connsiteX8" fmla="*/ 838390 w 3272369"/>
              <a:gd name="connsiteY8" fmla="*/ 1511044 h 1614754"/>
              <a:gd name="connsiteX9" fmla="*/ 830978 w 3272369"/>
              <a:gd name="connsiteY9" fmla="*/ 1614754 h 1614754"/>
              <a:gd name="connsiteX10" fmla="*/ 0 w 3272369"/>
              <a:gd name="connsiteY10" fmla="*/ 1614754 h 1614754"/>
              <a:gd name="connsiteX11" fmla="*/ 15445 w 3272369"/>
              <a:gd name="connsiteY11" fmla="*/ 1395681 h 1614754"/>
              <a:gd name="connsiteX12" fmla="*/ 894206 w 3272369"/>
              <a:gd name="connsiteY12" fmla="*/ 176329 h 1614754"/>
              <a:gd name="connsiteX13" fmla="*/ 1536457 w 3272369"/>
              <a:gd name="connsiteY13" fmla="*/ 3024 h 1614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72369" h="1614754">
                <a:moveTo>
                  <a:pt x="1536457" y="3024"/>
                </a:moveTo>
                <a:cubicBezTo>
                  <a:pt x="1903259" y="-19190"/>
                  <a:pt x="2273885" y="81112"/>
                  <a:pt x="2584149" y="299257"/>
                </a:cubicBezTo>
                <a:cubicBezTo>
                  <a:pt x="2961584" y="564629"/>
                  <a:pt x="3201969" y="970775"/>
                  <a:pt x="3260017" y="1412311"/>
                </a:cubicBezTo>
                <a:lnTo>
                  <a:pt x="3272369" y="1614754"/>
                </a:lnTo>
                <a:lnTo>
                  <a:pt x="2441804" y="1614754"/>
                </a:lnTo>
                <a:lnTo>
                  <a:pt x="2435959" y="1519472"/>
                </a:lnTo>
                <a:cubicBezTo>
                  <a:pt x="2407192" y="1303015"/>
                  <a:pt x="2287654" y="1104041"/>
                  <a:pt x="2100103" y="974756"/>
                </a:cubicBezTo>
                <a:cubicBezTo>
                  <a:pt x="1856903" y="807111"/>
                  <a:pt x="1539371" y="784346"/>
                  <a:pt x="1273901" y="915523"/>
                </a:cubicBezTo>
                <a:cubicBezTo>
                  <a:pt x="1035998" y="1033079"/>
                  <a:pt x="874937" y="1256888"/>
                  <a:pt x="838390" y="1511044"/>
                </a:cubicBezTo>
                <a:lnTo>
                  <a:pt x="830978" y="1614754"/>
                </a:lnTo>
                <a:lnTo>
                  <a:pt x="0" y="1614754"/>
                </a:lnTo>
                <a:lnTo>
                  <a:pt x="15445" y="1395681"/>
                </a:lnTo>
                <a:cubicBezTo>
                  <a:pt x="89124" y="876270"/>
                  <a:pt x="413862" y="418422"/>
                  <a:pt x="894206" y="176329"/>
                </a:cubicBezTo>
                <a:cubicBezTo>
                  <a:pt x="1097671" y="73784"/>
                  <a:pt x="1316376" y="16351"/>
                  <a:pt x="1536457" y="3024"/>
                </a:cubicBezTo>
                <a:close/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汉仪旗黑X1-55W" panose="00020600040101010101" pitchFamily="18" charset="-122"/>
            </a:endParaRPr>
          </a:p>
        </p:txBody>
      </p:sp>
      <p:grpSp>
        <p:nvGrpSpPr>
          <p:cNvPr id="22" name="演示研究所 SlideLab.cc">
            <a:extLst>
              <a:ext uri="{FF2B5EF4-FFF2-40B4-BE49-F238E27FC236}">
                <a16:creationId xmlns:a16="http://schemas.microsoft.com/office/drawing/2014/main" id="{3FCC9056-09EA-4111-0CAB-83B8B14044F8}"/>
              </a:ext>
            </a:extLst>
          </p:cNvPr>
          <p:cNvGrpSpPr/>
          <p:nvPr/>
        </p:nvGrpSpPr>
        <p:grpSpPr>
          <a:xfrm rot="16200000" flipV="1">
            <a:off x="5612531" y="5602325"/>
            <a:ext cx="292598" cy="1346667"/>
            <a:chOff x="1724433" y="1612606"/>
            <a:chExt cx="241950" cy="1113561"/>
          </a:xfrm>
          <a:solidFill>
            <a:schemeClr val="tx1">
              <a:lumMod val="50000"/>
              <a:lumOff val="50000"/>
            </a:schemeClr>
          </a:solidFill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FB9A118E-C4D9-CF49-4F33-AD167208E731}"/>
                </a:ext>
              </a:extLst>
            </p:cNvPr>
            <p:cNvGrpSpPr/>
            <p:nvPr/>
          </p:nvGrpSpPr>
          <p:grpSpPr>
            <a:xfrm>
              <a:off x="1898681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33" name="演示研究所 SlideLab.cc">
                <a:extLst>
                  <a:ext uri="{FF2B5EF4-FFF2-40B4-BE49-F238E27FC236}">
                    <a16:creationId xmlns:a16="http://schemas.microsoft.com/office/drawing/2014/main" id="{8004A745-D82E-832C-9E2D-55A0EF6665C6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演示研究所 SlideLab.cc">
                <a:extLst>
                  <a:ext uri="{FF2B5EF4-FFF2-40B4-BE49-F238E27FC236}">
                    <a16:creationId xmlns:a16="http://schemas.microsoft.com/office/drawing/2014/main" id="{404662F0-9A03-B745-40BB-58EBAED61C8B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演示研究所 SlideLab.cc">
                <a:extLst>
                  <a:ext uri="{FF2B5EF4-FFF2-40B4-BE49-F238E27FC236}">
                    <a16:creationId xmlns:a16="http://schemas.microsoft.com/office/drawing/2014/main" id="{4CE2E9E4-73FE-DB01-FB83-18AEC1919C28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演示研究所 SlideLab.cc">
                <a:extLst>
                  <a:ext uri="{FF2B5EF4-FFF2-40B4-BE49-F238E27FC236}">
                    <a16:creationId xmlns:a16="http://schemas.microsoft.com/office/drawing/2014/main" id="{5289A995-2BEE-205C-75E0-81D017C9C1EA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演示研究所 SlideLab.cc">
                <a:extLst>
                  <a:ext uri="{FF2B5EF4-FFF2-40B4-BE49-F238E27FC236}">
                    <a16:creationId xmlns:a16="http://schemas.microsoft.com/office/drawing/2014/main" id="{D8D7C16A-2B17-94F5-4148-A8BBAE7464DB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演示研究所 SlideLab.cc">
                <a:extLst>
                  <a:ext uri="{FF2B5EF4-FFF2-40B4-BE49-F238E27FC236}">
                    <a16:creationId xmlns:a16="http://schemas.microsoft.com/office/drawing/2014/main" id="{2B7F116F-B5D1-1653-271C-E42B46E2C253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演示研究所 SlideLab.cc">
                <a:extLst>
                  <a:ext uri="{FF2B5EF4-FFF2-40B4-BE49-F238E27FC236}">
                    <a16:creationId xmlns:a16="http://schemas.microsoft.com/office/drawing/2014/main" id="{78857340-D490-D459-A417-4B90F93232AC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演示研究所 SlideLab.cc">
                <a:extLst>
                  <a:ext uri="{FF2B5EF4-FFF2-40B4-BE49-F238E27FC236}">
                    <a16:creationId xmlns:a16="http://schemas.microsoft.com/office/drawing/2014/main" id="{2487CEDF-54D1-0114-DDDC-1C4D18A2707E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2B4FA9A8-9A4A-7B03-FE26-1CDA32C7D7A4}"/>
                </a:ext>
              </a:extLst>
            </p:cNvPr>
            <p:cNvGrpSpPr/>
            <p:nvPr/>
          </p:nvGrpSpPr>
          <p:grpSpPr>
            <a:xfrm>
              <a:off x="1724433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25" name="演示研究所 SlideLab.cc">
                <a:extLst>
                  <a:ext uri="{FF2B5EF4-FFF2-40B4-BE49-F238E27FC236}">
                    <a16:creationId xmlns:a16="http://schemas.microsoft.com/office/drawing/2014/main" id="{A7DCD003-F957-8536-09AF-760FF4498A5F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演示研究所 SlideLab.cc">
                <a:extLst>
                  <a:ext uri="{FF2B5EF4-FFF2-40B4-BE49-F238E27FC236}">
                    <a16:creationId xmlns:a16="http://schemas.microsoft.com/office/drawing/2014/main" id="{96E88C5F-92E7-9BFD-AEBF-AA7645378F31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演示研究所 SlideLab.cc">
                <a:extLst>
                  <a:ext uri="{FF2B5EF4-FFF2-40B4-BE49-F238E27FC236}">
                    <a16:creationId xmlns:a16="http://schemas.microsoft.com/office/drawing/2014/main" id="{916E7A7A-7E93-DEA4-AEDB-31BE17809000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演示研究所 SlideLab.cc">
                <a:extLst>
                  <a:ext uri="{FF2B5EF4-FFF2-40B4-BE49-F238E27FC236}">
                    <a16:creationId xmlns:a16="http://schemas.microsoft.com/office/drawing/2014/main" id="{11994E65-2C8D-5749-A0BF-23E79E8B9819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演示研究所 SlideLab.cc">
                <a:extLst>
                  <a:ext uri="{FF2B5EF4-FFF2-40B4-BE49-F238E27FC236}">
                    <a16:creationId xmlns:a16="http://schemas.microsoft.com/office/drawing/2014/main" id="{8352966E-5D53-138F-9DD6-B8E16C981182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演示研究所 SlideLab.cc">
                <a:extLst>
                  <a:ext uri="{FF2B5EF4-FFF2-40B4-BE49-F238E27FC236}">
                    <a16:creationId xmlns:a16="http://schemas.microsoft.com/office/drawing/2014/main" id="{637C8210-4D1C-F4F5-0C8F-C5DC2C904086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演示研究所 SlideLab.cc">
                <a:extLst>
                  <a:ext uri="{FF2B5EF4-FFF2-40B4-BE49-F238E27FC236}">
                    <a16:creationId xmlns:a16="http://schemas.microsoft.com/office/drawing/2014/main" id="{2397D8BF-40C9-9C64-913B-66424962E3BE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" name="演示研究所 SlideLab.cc">
                <a:extLst>
                  <a:ext uri="{FF2B5EF4-FFF2-40B4-BE49-F238E27FC236}">
                    <a16:creationId xmlns:a16="http://schemas.microsoft.com/office/drawing/2014/main" id="{294B58D8-B386-22ED-3D2B-FF5E1E94048D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5" name="演示研究所 SlideLab.cc">
            <a:extLst>
              <a:ext uri="{FF2B5EF4-FFF2-40B4-BE49-F238E27FC236}">
                <a16:creationId xmlns:a16="http://schemas.microsoft.com/office/drawing/2014/main" id="{8071D4E5-0C36-6B93-2DE3-857063E085A9}"/>
              </a:ext>
            </a:extLst>
          </p:cNvPr>
          <p:cNvSpPr/>
          <p:nvPr/>
        </p:nvSpPr>
        <p:spPr>
          <a:xfrm rot="15334232">
            <a:off x="10433259" y="433318"/>
            <a:ext cx="2291071" cy="1187327"/>
          </a:xfrm>
          <a:custGeom>
            <a:avLst/>
            <a:gdLst>
              <a:gd name="connsiteX0" fmla="*/ 2218490 w 2736779"/>
              <a:gd name="connsiteY0" fmla="*/ 75723 h 1418311"/>
              <a:gd name="connsiteX1" fmla="*/ 2696204 w 2736779"/>
              <a:gd name="connsiteY1" fmla="*/ 297855 h 1418311"/>
              <a:gd name="connsiteX2" fmla="*/ 2736779 w 2736779"/>
              <a:gd name="connsiteY2" fmla="*/ 327316 h 1418311"/>
              <a:gd name="connsiteX3" fmla="*/ 2444448 w 2736779"/>
              <a:gd name="connsiteY3" fmla="*/ 1418311 h 1418311"/>
              <a:gd name="connsiteX4" fmla="*/ 2397887 w 2736779"/>
              <a:gd name="connsiteY4" fmla="*/ 1335837 h 1418311"/>
              <a:gd name="connsiteX5" fmla="*/ 1688060 w 2736779"/>
              <a:gd name="connsiteY5" fmla="*/ 970194 h 1418311"/>
              <a:gd name="connsiteX6" fmla="*/ 985646 w 2736779"/>
              <a:gd name="connsiteY6" fmla="*/ 1349883 h 1418311"/>
              <a:gd name="connsiteX7" fmla="*/ 953242 w 2736779"/>
              <a:gd name="connsiteY7" fmla="*/ 1410047 h 1418311"/>
              <a:gd name="connsiteX8" fmla="*/ 0 w 2736779"/>
              <a:gd name="connsiteY8" fmla="*/ 1154627 h 1418311"/>
              <a:gd name="connsiteX9" fmla="*/ 12867 w 2736779"/>
              <a:gd name="connsiteY9" fmla="*/ 1119218 h 1418311"/>
              <a:gd name="connsiteX10" fmla="*/ 1678412 w 2736779"/>
              <a:gd name="connsiteY10" fmla="*/ 92 h 1418311"/>
              <a:gd name="connsiteX11" fmla="*/ 2218490 w 2736779"/>
              <a:gd name="connsiteY11" fmla="*/ 75723 h 1418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6779" h="1418311">
                <a:moveTo>
                  <a:pt x="2218490" y="75723"/>
                </a:moveTo>
                <a:cubicBezTo>
                  <a:pt x="2389492" y="126680"/>
                  <a:pt x="2550101" y="202054"/>
                  <a:pt x="2696204" y="297855"/>
                </a:cubicBezTo>
                <a:lnTo>
                  <a:pt x="2736779" y="327316"/>
                </a:lnTo>
                <a:lnTo>
                  <a:pt x="2444448" y="1418311"/>
                </a:lnTo>
                <a:lnTo>
                  <a:pt x="2397887" y="1335837"/>
                </a:lnTo>
                <a:cubicBezTo>
                  <a:pt x="2241538" y="1112237"/>
                  <a:pt x="1981153" y="967279"/>
                  <a:pt x="1688060" y="970194"/>
                </a:cubicBezTo>
                <a:cubicBezTo>
                  <a:pt x="1394968" y="973109"/>
                  <a:pt x="1137517" y="1123217"/>
                  <a:pt x="985646" y="1349883"/>
                </a:cubicBezTo>
                <a:lnTo>
                  <a:pt x="953242" y="1410047"/>
                </a:lnTo>
                <a:lnTo>
                  <a:pt x="0" y="1154627"/>
                </a:lnTo>
                <a:lnTo>
                  <a:pt x="12867" y="1119218"/>
                </a:lnTo>
                <a:cubicBezTo>
                  <a:pt x="286529" y="467443"/>
                  <a:pt x="927694" y="7559"/>
                  <a:pt x="1678412" y="92"/>
                </a:cubicBezTo>
                <a:cubicBezTo>
                  <a:pt x="1866091" y="-1775"/>
                  <a:pt x="2047488" y="24766"/>
                  <a:pt x="2218490" y="75723"/>
                </a:cubicBezTo>
                <a:close/>
              </a:path>
            </a:pathLst>
          </a:custGeom>
          <a:solidFill>
            <a:schemeClr val="accent2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汉仪旗黑X1-55W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1522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7A621307-9D81-75A3-A86E-2AAFB3C6798C}"/>
              </a:ext>
            </a:extLst>
          </p:cNvPr>
          <p:cNvSpPr/>
          <p:nvPr/>
        </p:nvSpPr>
        <p:spPr>
          <a:xfrm>
            <a:off x="0" y="2241755"/>
            <a:ext cx="4910430" cy="4616245"/>
          </a:xfrm>
          <a:custGeom>
            <a:avLst/>
            <a:gdLst>
              <a:gd name="connsiteX0" fmla="*/ 2822510 w 5867401"/>
              <a:gd name="connsiteY0" fmla="*/ 0 h 5515883"/>
              <a:gd name="connsiteX1" fmla="*/ 5867401 w 5867401"/>
              <a:gd name="connsiteY1" fmla="*/ 3044891 h 5515883"/>
              <a:gd name="connsiteX2" fmla="*/ 4759344 w 5867401"/>
              <a:gd name="connsiteY2" fmla="*/ 5394477 h 5515883"/>
              <a:gd name="connsiteX3" fmla="*/ 4596990 w 5867401"/>
              <a:gd name="connsiteY3" fmla="*/ 5515883 h 5515883"/>
              <a:gd name="connsiteX4" fmla="*/ 1048031 w 5867401"/>
              <a:gd name="connsiteY4" fmla="*/ 5515883 h 5515883"/>
              <a:gd name="connsiteX5" fmla="*/ 885677 w 5867401"/>
              <a:gd name="connsiteY5" fmla="*/ 5394477 h 5515883"/>
              <a:gd name="connsiteX6" fmla="*/ 16902 w 5867401"/>
              <a:gd name="connsiteY6" fmla="*/ 4230100 h 5515883"/>
              <a:gd name="connsiteX7" fmla="*/ 0 w 5867401"/>
              <a:gd name="connsiteY7" fmla="*/ 4183921 h 5515883"/>
              <a:gd name="connsiteX8" fmla="*/ 0 w 5867401"/>
              <a:gd name="connsiteY8" fmla="*/ 1905861 h 5515883"/>
              <a:gd name="connsiteX9" fmla="*/ 16902 w 5867401"/>
              <a:gd name="connsiteY9" fmla="*/ 1859682 h 5515883"/>
              <a:gd name="connsiteX10" fmla="*/ 2822510 w 5867401"/>
              <a:gd name="connsiteY10" fmla="*/ 0 h 5515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67401" h="5515883">
                <a:moveTo>
                  <a:pt x="2822510" y="0"/>
                </a:moveTo>
                <a:cubicBezTo>
                  <a:pt x="4504157" y="0"/>
                  <a:pt x="5867401" y="1363244"/>
                  <a:pt x="5867401" y="3044891"/>
                </a:cubicBezTo>
                <a:cubicBezTo>
                  <a:pt x="5867401" y="3990818"/>
                  <a:pt x="5436062" y="4835999"/>
                  <a:pt x="4759344" y="5394477"/>
                </a:cubicBezTo>
                <a:lnTo>
                  <a:pt x="4596990" y="5515883"/>
                </a:lnTo>
                <a:lnTo>
                  <a:pt x="1048031" y="5515883"/>
                </a:lnTo>
                <a:lnTo>
                  <a:pt x="885677" y="5394477"/>
                </a:lnTo>
                <a:cubicBezTo>
                  <a:pt x="509722" y="5084212"/>
                  <a:pt x="209502" y="4685457"/>
                  <a:pt x="16902" y="4230100"/>
                </a:cubicBezTo>
                <a:lnTo>
                  <a:pt x="0" y="4183921"/>
                </a:lnTo>
                <a:lnTo>
                  <a:pt x="0" y="1905861"/>
                </a:lnTo>
                <a:lnTo>
                  <a:pt x="16902" y="1859682"/>
                </a:lnTo>
                <a:cubicBezTo>
                  <a:pt x="479141" y="766825"/>
                  <a:pt x="1561275" y="0"/>
                  <a:pt x="2822510" y="0"/>
                </a:cubicBezTo>
                <a:close/>
              </a:path>
            </a:pathLst>
          </a:custGeom>
          <a:blipFill>
            <a:blip r:embed="rId2"/>
            <a:srcRect/>
            <a:stretch>
              <a:fillRect t="-17667" b="-17667"/>
            </a:stretch>
          </a:blipFill>
          <a:ln>
            <a:noFill/>
          </a:ln>
          <a:effectLst>
            <a:outerShdw blurRad="330200" dist="190500" dir="2700000" algn="tl" rotWithShape="0">
              <a:schemeClr val="bg1">
                <a:lumMod val="7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汉仪旗黑X1-55W" panose="00020600040101010101" pitchFamily="18" charset="-122"/>
            </a:endParaRPr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E3978C1F-85B4-3762-1193-B3087AB40AF7}"/>
              </a:ext>
            </a:extLst>
          </p:cNvPr>
          <p:cNvSpPr txBox="1"/>
          <p:nvPr/>
        </p:nvSpPr>
        <p:spPr>
          <a:xfrm>
            <a:off x="246537" y="25764"/>
            <a:ext cx="1978177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800" dirty="0">
                <a:gradFill>
                  <a:gsLst>
                    <a:gs pos="0">
                      <a:schemeClr val="accent1">
                        <a:alpha val="64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2160000" scaled="0"/>
                </a:gradFill>
                <a:latin typeface="MiSans" pitchFamily="2" charset="-122"/>
                <a:ea typeface="MiSans" pitchFamily="2" charset="-122"/>
              </a:rPr>
              <a:t>Contents</a:t>
            </a:r>
            <a:endParaRPr lang="zh-CN" altLang="en-US" sz="13800" dirty="0">
              <a:gradFill>
                <a:gsLst>
                  <a:gs pos="0">
                    <a:schemeClr val="accent1">
                      <a:alpha val="64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2160000" scaled="0"/>
              </a:gradFill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8" name="演示研究所 SlideLab.cc">
            <a:extLst>
              <a:ext uri="{FF2B5EF4-FFF2-40B4-BE49-F238E27FC236}">
                <a16:creationId xmlns:a16="http://schemas.microsoft.com/office/drawing/2014/main" id="{937522DB-2524-6D66-BA8A-F233644E3383}"/>
              </a:ext>
            </a:extLst>
          </p:cNvPr>
          <p:cNvSpPr/>
          <p:nvPr/>
        </p:nvSpPr>
        <p:spPr>
          <a:xfrm flipH="1">
            <a:off x="7655532" y="40913"/>
            <a:ext cx="4536467" cy="2215991"/>
          </a:xfrm>
          <a:custGeom>
            <a:avLst/>
            <a:gdLst>
              <a:gd name="connsiteX0" fmla="*/ 0 w 5577795"/>
              <a:gd name="connsiteY0" fmla="*/ 0 h 3134032"/>
              <a:gd name="connsiteX1" fmla="*/ 5577795 w 5577795"/>
              <a:gd name="connsiteY1" fmla="*/ 0 h 3134032"/>
              <a:gd name="connsiteX2" fmla="*/ 5527662 w 5577795"/>
              <a:gd name="connsiteY2" fmla="*/ 121494 h 3134032"/>
              <a:gd name="connsiteX3" fmla="*/ 268477 w 5577795"/>
              <a:gd name="connsiteY3" fmla="*/ 3134032 h 3134032"/>
              <a:gd name="connsiteX4" fmla="*/ 0 w 5577795"/>
              <a:gd name="connsiteY4" fmla="*/ 3128466 h 3134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7795" h="3134032">
                <a:moveTo>
                  <a:pt x="0" y="0"/>
                </a:moveTo>
                <a:lnTo>
                  <a:pt x="5577795" y="0"/>
                </a:lnTo>
                <a:lnTo>
                  <a:pt x="5527662" y="121494"/>
                </a:lnTo>
                <a:cubicBezTo>
                  <a:pt x="4742695" y="1879446"/>
                  <a:pt x="2684259" y="3134032"/>
                  <a:pt x="268477" y="3134032"/>
                </a:cubicBezTo>
                <a:lnTo>
                  <a:pt x="0" y="3128466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43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6" name="演示研究所 SlideLab.cc">
            <a:extLst>
              <a:ext uri="{FF2B5EF4-FFF2-40B4-BE49-F238E27FC236}">
                <a16:creationId xmlns:a16="http://schemas.microsoft.com/office/drawing/2014/main" id="{504DDB9E-7E74-E862-3629-61B03555D07B}"/>
              </a:ext>
            </a:extLst>
          </p:cNvPr>
          <p:cNvSpPr txBox="1"/>
          <p:nvPr/>
        </p:nvSpPr>
        <p:spPr>
          <a:xfrm>
            <a:off x="6096000" y="3198167"/>
            <a:ext cx="2876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App Purpose &amp; Core Functionality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grpSp>
        <p:nvGrpSpPr>
          <p:cNvPr id="2" name="演示研究所 SlideLab.cc">
            <a:extLst>
              <a:ext uri="{FF2B5EF4-FFF2-40B4-BE49-F238E27FC236}">
                <a16:creationId xmlns:a16="http://schemas.microsoft.com/office/drawing/2014/main" id="{AC5B099A-627C-9888-C881-C56DF52B24BF}"/>
              </a:ext>
            </a:extLst>
          </p:cNvPr>
          <p:cNvGrpSpPr/>
          <p:nvPr/>
        </p:nvGrpSpPr>
        <p:grpSpPr>
          <a:xfrm>
            <a:off x="5064397" y="3123040"/>
            <a:ext cx="952500" cy="794292"/>
            <a:chOff x="5064397" y="3123040"/>
            <a:chExt cx="952500" cy="794292"/>
          </a:xfrm>
        </p:grpSpPr>
        <p:sp>
          <p:nvSpPr>
            <p:cNvPr id="48" name="演示研究所 SlideLab.cc">
              <a:extLst>
                <a:ext uri="{FF2B5EF4-FFF2-40B4-BE49-F238E27FC236}">
                  <a16:creationId xmlns:a16="http://schemas.microsoft.com/office/drawing/2014/main" id="{E41565D2-8A54-E36D-F917-FE2FC64B06C2}"/>
                </a:ext>
              </a:extLst>
            </p:cNvPr>
            <p:cNvSpPr txBox="1"/>
            <p:nvPr/>
          </p:nvSpPr>
          <p:spPr>
            <a:xfrm>
              <a:off x="5064397" y="3197019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 dirty="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52" name="演示研究所 SlideLab.cc">
              <a:extLst>
                <a:ext uri="{FF2B5EF4-FFF2-40B4-BE49-F238E27FC236}">
                  <a16:creationId xmlns:a16="http://schemas.microsoft.com/office/drawing/2014/main" id="{1F681DF6-CF32-0346-6EA3-B67AABD8798A}"/>
                </a:ext>
              </a:extLst>
            </p:cNvPr>
            <p:cNvSpPr/>
            <p:nvPr/>
          </p:nvSpPr>
          <p:spPr>
            <a:xfrm>
              <a:off x="5143500" y="3123040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54" name="演示研究所 SlideLab.cc">
            <a:extLst>
              <a:ext uri="{FF2B5EF4-FFF2-40B4-BE49-F238E27FC236}">
                <a16:creationId xmlns:a16="http://schemas.microsoft.com/office/drawing/2014/main" id="{57B369DA-33B2-0D06-A489-7F1CEC3189CA}"/>
              </a:ext>
            </a:extLst>
          </p:cNvPr>
          <p:cNvSpPr txBox="1"/>
          <p:nvPr/>
        </p:nvSpPr>
        <p:spPr>
          <a:xfrm>
            <a:off x="6096000" y="4611485"/>
            <a:ext cx="2876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Technical Hurdles &amp; Solutions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grpSp>
        <p:nvGrpSpPr>
          <p:cNvPr id="4" name="演示研究所 SlideLab.cc">
            <a:extLst>
              <a:ext uri="{FF2B5EF4-FFF2-40B4-BE49-F238E27FC236}">
                <a16:creationId xmlns:a16="http://schemas.microsoft.com/office/drawing/2014/main" id="{733809AE-8859-4F36-AEF3-997AD297E67A}"/>
              </a:ext>
            </a:extLst>
          </p:cNvPr>
          <p:cNvGrpSpPr/>
          <p:nvPr/>
        </p:nvGrpSpPr>
        <p:grpSpPr>
          <a:xfrm>
            <a:off x="5064397" y="4536358"/>
            <a:ext cx="952500" cy="794292"/>
            <a:chOff x="5064397" y="4536358"/>
            <a:chExt cx="952500" cy="794292"/>
          </a:xfrm>
        </p:grpSpPr>
        <p:sp>
          <p:nvSpPr>
            <p:cNvPr id="56" name="演示研究所 SlideLab.cc">
              <a:extLst>
                <a:ext uri="{FF2B5EF4-FFF2-40B4-BE49-F238E27FC236}">
                  <a16:creationId xmlns:a16="http://schemas.microsoft.com/office/drawing/2014/main" id="{4A5243B4-23A8-15A4-C3CD-D351DA3CC70E}"/>
                </a:ext>
              </a:extLst>
            </p:cNvPr>
            <p:cNvSpPr txBox="1"/>
            <p:nvPr/>
          </p:nvSpPr>
          <p:spPr>
            <a:xfrm>
              <a:off x="5064397" y="4610337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60" name="演示研究所 SlideLab.cc">
              <a:extLst>
                <a:ext uri="{FF2B5EF4-FFF2-40B4-BE49-F238E27FC236}">
                  <a16:creationId xmlns:a16="http://schemas.microsoft.com/office/drawing/2014/main" id="{61D8AE75-B093-46CA-9FA2-322D5654550F}"/>
                </a:ext>
              </a:extLst>
            </p:cNvPr>
            <p:cNvSpPr/>
            <p:nvPr/>
          </p:nvSpPr>
          <p:spPr>
            <a:xfrm>
              <a:off x="5143500" y="4536358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2" name="演示研究所 SlideLab.cc">
            <a:extLst>
              <a:ext uri="{FF2B5EF4-FFF2-40B4-BE49-F238E27FC236}">
                <a16:creationId xmlns:a16="http://schemas.microsoft.com/office/drawing/2014/main" id="{5E8C9C39-9A88-0EE0-3FD3-7E5EAB332B3A}"/>
              </a:ext>
            </a:extLst>
          </p:cNvPr>
          <p:cNvSpPr txBox="1"/>
          <p:nvPr/>
        </p:nvSpPr>
        <p:spPr>
          <a:xfrm>
            <a:off x="9541157" y="3178119"/>
            <a:ext cx="2876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External Technologies Used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grpSp>
        <p:nvGrpSpPr>
          <p:cNvPr id="3" name="演示研究所 SlideLab.cc">
            <a:extLst>
              <a:ext uri="{FF2B5EF4-FFF2-40B4-BE49-F238E27FC236}">
                <a16:creationId xmlns:a16="http://schemas.microsoft.com/office/drawing/2014/main" id="{AB7FF84C-3C16-F59B-4582-4B8BFBA02560}"/>
              </a:ext>
            </a:extLst>
          </p:cNvPr>
          <p:cNvGrpSpPr/>
          <p:nvPr/>
        </p:nvGrpSpPr>
        <p:grpSpPr>
          <a:xfrm>
            <a:off x="8538211" y="3123040"/>
            <a:ext cx="952500" cy="794292"/>
            <a:chOff x="8538211" y="3123040"/>
            <a:chExt cx="952500" cy="794292"/>
          </a:xfrm>
        </p:grpSpPr>
        <p:sp>
          <p:nvSpPr>
            <p:cNvPr id="64" name="演示研究所 SlideLab.cc">
              <a:extLst>
                <a:ext uri="{FF2B5EF4-FFF2-40B4-BE49-F238E27FC236}">
                  <a16:creationId xmlns:a16="http://schemas.microsoft.com/office/drawing/2014/main" id="{0301EFEE-9C7D-3163-D5B2-C1D2B986D2A5}"/>
                </a:ext>
              </a:extLst>
            </p:cNvPr>
            <p:cNvSpPr txBox="1"/>
            <p:nvPr/>
          </p:nvSpPr>
          <p:spPr>
            <a:xfrm>
              <a:off x="8538211" y="3197019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 dirty="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68" name="演示研究所 SlideLab.cc">
              <a:extLst>
                <a:ext uri="{FF2B5EF4-FFF2-40B4-BE49-F238E27FC236}">
                  <a16:creationId xmlns:a16="http://schemas.microsoft.com/office/drawing/2014/main" id="{35C8E0C0-9C48-EF2E-D97A-4011536FC188}"/>
                </a:ext>
              </a:extLst>
            </p:cNvPr>
            <p:cNvSpPr/>
            <p:nvPr/>
          </p:nvSpPr>
          <p:spPr>
            <a:xfrm>
              <a:off x="8614955" y="3123040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70" name="演示研究所 SlideLab.cc">
            <a:extLst>
              <a:ext uri="{FF2B5EF4-FFF2-40B4-BE49-F238E27FC236}">
                <a16:creationId xmlns:a16="http://schemas.microsoft.com/office/drawing/2014/main" id="{40D10C29-2B36-18CF-FE59-05F320BBB5E3}"/>
              </a:ext>
            </a:extLst>
          </p:cNvPr>
          <p:cNvSpPr txBox="1"/>
          <p:nvPr/>
        </p:nvSpPr>
        <p:spPr>
          <a:xfrm>
            <a:off x="9541157" y="4591437"/>
            <a:ext cx="2876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Usability Testing Summary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grpSp>
        <p:nvGrpSpPr>
          <p:cNvPr id="7" name="演示研究所 SlideLab.cc">
            <a:extLst>
              <a:ext uri="{FF2B5EF4-FFF2-40B4-BE49-F238E27FC236}">
                <a16:creationId xmlns:a16="http://schemas.microsoft.com/office/drawing/2014/main" id="{45AEAB52-2DCD-75EF-F6FC-6E7B4275A323}"/>
              </a:ext>
            </a:extLst>
          </p:cNvPr>
          <p:cNvGrpSpPr/>
          <p:nvPr/>
        </p:nvGrpSpPr>
        <p:grpSpPr>
          <a:xfrm>
            <a:off x="8509554" y="4516310"/>
            <a:ext cx="952500" cy="794292"/>
            <a:chOff x="8509554" y="4516310"/>
            <a:chExt cx="952500" cy="794292"/>
          </a:xfrm>
        </p:grpSpPr>
        <p:sp>
          <p:nvSpPr>
            <p:cNvPr id="72" name="演示研究所 SlideLab.cc">
              <a:extLst>
                <a:ext uri="{FF2B5EF4-FFF2-40B4-BE49-F238E27FC236}">
                  <a16:creationId xmlns:a16="http://schemas.microsoft.com/office/drawing/2014/main" id="{878C20B9-BB1B-59EA-1A15-19C63F837120}"/>
                </a:ext>
              </a:extLst>
            </p:cNvPr>
            <p:cNvSpPr txBox="1"/>
            <p:nvPr/>
          </p:nvSpPr>
          <p:spPr>
            <a:xfrm>
              <a:off x="8509554" y="4590289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76" name="演示研究所 SlideLab.cc">
              <a:extLst>
                <a:ext uri="{FF2B5EF4-FFF2-40B4-BE49-F238E27FC236}">
                  <a16:creationId xmlns:a16="http://schemas.microsoft.com/office/drawing/2014/main" id="{1670F2DE-277B-CE76-02DE-5E9EA4596833}"/>
                </a:ext>
              </a:extLst>
            </p:cNvPr>
            <p:cNvSpPr/>
            <p:nvPr/>
          </p:nvSpPr>
          <p:spPr>
            <a:xfrm>
              <a:off x="8588657" y="4516310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grpSp>
        <p:nvGrpSpPr>
          <p:cNvPr id="77" name="演示研究所 SlideLab.cc">
            <a:extLst>
              <a:ext uri="{FF2B5EF4-FFF2-40B4-BE49-F238E27FC236}">
                <a16:creationId xmlns:a16="http://schemas.microsoft.com/office/drawing/2014/main" id="{C91A9A49-3A01-60B7-FC40-37644761BAD5}"/>
              </a:ext>
            </a:extLst>
          </p:cNvPr>
          <p:cNvGrpSpPr/>
          <p:nvPr/>
        </p:nvGrpSpPr>
        <p:grpSpPr>
          <a:xfrm rot="16200000" flipV="1">
            <a:off x="10890475" y="314126"/>
            <a:ext cx="292598" cy="1346667"/>
            <a:chOff x="1724433" y="1612606"/>
            <a:chExt cx="241950" cy="1113561"/>
          </a:xfrm>
          <a:solidFill>
            <a:schemeClr val="tx1">
              <a:lumMod val="50000"/>
              <a:lumOff val="50000"/>
            </a:schemeClr>
          </a:solidFill>
        </p:grpSpPr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DB2EB655-0CFE-0166-8DAD-F46548DC2F5E}"/>
                </a:ext>
              </a:extLst>
            </p:cNvPr>
            <p:cNvGrpSpPr/>
            <p:nvPr/>
          </p:nvGrpSpPr>
          <p:grpSpPr>
            <a:xfrm>
              <a:off x="1898681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88" name="演示研究所 SlideLab.cc">
                <a:extLst>
                  <a:ext uri="{FF2B5EF4-FFF2-40B4-BE49-F238E27FC236}">
                    <a16:creationId xmlns:a16="http://schemas.microsoft.com/office/drawing/2014/main" id="{E19FE7F2-299E-D118-9FB0-C78E393319E4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演示研究所 SlideLab.cc">
                <a:extLst>
                  <a:ext uri="{FF2B5EF4-FFF2-40B4-BE49-F238E27FC236}">
                    <a16:creationId xmlns:a16="http://schemas.microsoft.com/office/drawing/2014/main" id="{67ABC463-428F-975D-952B-46FC00684866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演示研究所 SlideLab.cc">
                <a:extLst>
                  <a:ext uri="{FF2B5EF4-FFF2-40B4-BE49-F238E27FC236}">
                    <a16:creationId xmlns:a16="http://schemas.microsoft.com/office/drawing/2014/main" id="{82BB9B09-7021-86EA-4020-A42B8BFE7CD2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演示研究所 SlideLab.cc">
                <a:extLst>
                  <a:ext uri="{FF2B5EF4-FFF2-40B4-BE49-F238E27FC236}">
                    <a16:creationId xmlns:a16="http://schemas.microsoft.com/office/drawing/2014/main" id="{DE048062-59CF-E68B-AE27-1400B052E92C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演示研究所 SlideLab.cc">
                <a:extLst>
                  <a:ext uri="{FF2B5EF4-FFF2-40B4-BE49-F238E27FC236}">
                    <a16:creationId xmlns:a16="http://schemas.microsoft.com/office/drawing/2014/main" id="{241BFA97-C56E-1EA0-AF24-3ACB693CF0DC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3" name="演示研究所 SlideLab.cc">
                <a:extLst>
                  <a:ext uri="{FF2B5EF4-FFF2-40B4-BE49-F238E27FC236}">
                    <a16:creationId xmlns:a16="http://schemas.microsoft.com/office/drawing/2014/main" id="{F5ABEFF8-7C54-585E-B762-581473B7B0BE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演示研究所 SlideLab.cc">
                <a:extLst>
                  <a:ext uri="{FF2B5EF4-FFF2-40B4-BE49-F238E27FC236}">
                    <a16:creationId xmlns:a16="http://schemas.microsoft.com/office/drawing/2014/main" id="{06653EB1-1E5A-F459-6B66-4C80A8712377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演示研究所 SlideLab.cc">
                <a:extLst>
                  <a:ext uri="{FF2B5EF4-FFF2-40B4-BE49-F238E27FC236}">
                    <a16:creationId xmlns:a16="http://schemas.microsoft.com/office/drawing/2014/main" id="{0FC08D6B-183C-1DE6-D6F2-9858389CED09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07E5D51C-41D1-3BE8-A66A-2A257EDE50D5}"/>
                </a:ext>
              </a:extLst>
            </p:cNvPr>
            <p:cNvGrpSpPr/>
            <p:nvPr/>
          </p:nvGrpSpPr>
          <p:grpSpPr>
            <a:xfrm>
              <a:off x="1724433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80" name="演示研究所 SlideLab.cc">
                <a:extLst>
                  <a:ext uri="{FF2B5EF4-FFF2-40B4-BE49-F238E27FC236}">
                    <a16:creationId xmlns:a16="http://schemas.microsoft.com/office/drawing/2014/main" id="{9F780CB5-F060-6EFB-63D8-545AD24756CF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演示研究所 SlideLab.cc">
                <a:extLst>
                  <a:ext uri="{FF2B5EF4-FFF2-40B4-BE49-F238E27FC236}">
                    <a16:creationId xmlns:a16="http://schemas.microsoft.com/office/drawing/2014/main" id="{2AD2034D-8D34-68F9-7399-F9CF6EDEE96F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演示研究所 SlideLab.cc">
                <a:extLst>
                  <a:ext uri="{FF2B5EF4-FFF2-40B4-BE49-F238E27FC236}">
                    <a16:creationId xmlns:a16="http://schemas.microsoft.com/office/drawing/2014/main" id="{7ED696EE-88C1-B48E-EE07-5730C69B1564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演示研究所 SlideLab.cc">
                <a:extLst>
                  <a:ext uri="{FF2B5EF4-FFF2-40B4-BE49-F238E27FC236}">
                    <a16:creationId xmlns:a16="http://schemas.microsoft.com/office/drawing/2014/main" id="{5104D78E-9779-DF81-115E-31C788D1C911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演示研究所 SlideLab.cc">
                <a:extLst>
                  <a:ext uri="{FF2B5EF4-FFF2-40B4-BE49-F238E27FC236}">
                    <a16:creationId xmlns:a16="http://schemas.microsoft.com/office/drawing/2014/main" id="{0D7FA652-BBF8-13ED-022F-A954F77429E0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演示研究所 SlideLab.cc">
                <a:extLst>
                  <a:ext uri="{FF2B5EF4-FFF2-40B4-BE49-F238E27FC236}">
                    <a16:creationId xmlns:a16="http://schemas.microsoft.com/office/drawing/2014/main" id="{B88A4464-AA26-F1C6-0C82-64AE70EC17D4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演示研究所 SlideLab.cc">
                <a:extLst>
                  <a:ext uri="{FF2B5EF4-FFF2-40B4-BE49-F238E27FC236}">
                    <a16:creationId xmlns:a16="http://schemas.microsoft.com/office/drawing/2014/main" id="{2AC1724C-8664-1046-3943-C3F533F4349C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7" name="演示研究所 SlideLab.cc">
                <a:extLst>
                  <a:ext uri="{FF2B5EF4-FFF2-40B4-BE49-F238E27FC236}">
                    <a16:creationId xmlns:a16="http://schemas.microsoft.com/office/drawing/2014/main" id="{B608C24B-81DA-B0E7-0B35-D2A7274293E5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97" name="演示研究所 SlideLab.cc">
            <a:extLst>
              <a:ext uri="{FF2B5EF4-FFF2-40B4-BE49-F238E27FC236}">
                <a16:creationId xmlns:a16="http://schemas.microsoft.com/office/drawing/2014/main" id="{D00B13D4-F0FD-7C36-4082-3847B2F95768}"/>
              </a:ext>
            </a:extLst>
          </p:cNvPr>
          <p:cNvSpPr/>
          <p:nvPr/>
        </p:nvSpPr>
        <p:spPr>
          <a:xfrm rot="20791744">
            <a:off x="10071519" y="5653142"/>
            <a:ext cx="2291071" cy="1187327"/>
          </a:xfrm>
          <a:custGeom>
            <a:avLst/>
            <a:gdLst>
              <a:gd name="connsiteX0" fmla="*/ 2218490 w 2736779"/>
              <a:gd name="connsiteY0" fmla="*/ 75723 h 1418311"/>
              <a:gd name="connsiteX1" fmla="*/ 2696204 w 2736779"/>
              <a:gd name="connsiteY1" fmla="*/ 297855 h 1418311"/>
              <a:gd name="connsiteX2" fmla="*/ 2736779 w 2736779"/>
              <a:gd name="connsiteY2" fmla="*/ 327316 h 1418311"/>
              <a:gd name="connsiteX3" fmla="*/ 2444448 w 2736779"/>
              <a:gd name="connsiteY3" fmla="*/ 1418311 h 1418311"/>
              <a:gd name="connsiteX4" fmla="*/ 2397887 w 2736779"/>
              <a:gd name="connsiteY4" fmla="*/ 1335837 h 1418311"/>
              <a:gd name="connsiteX5" fmla="*/ 1688060 w 2736779"/>
              <a:gd name="connsiteY5" fmla="*/ 970194 h 1418311"/>
              <a:gd name="connsiteX6" fmla="*/ 985646 w 2736779"/>
              <a:gd name="connsiteY6" fmla="*/ 1349883 h 1418311"/>
              <a:gd name="connsiteX7" fmla="*/ 953242 w 2736779"/>
              <a:gd name="connsiteY7" fmla="*/ 1410047 h 1418311"/>
              <a:gd name="connsiteX8" fmla="*/ 0 w 2736779"/>
              <a:gd name="connsiteY8" fmla="*/ 1154627 h 1418311"/>
              <a:gd name="connsiteX9" fmla="*/ 12867 w 2736779"/>
              <a:gd name="connsiteY9" fmla="*/ 1119218 h 1418311"/>
              <a:gd name="connsiteX10" fmla="*/ 1678412 w 2736779"/>
              <a:gd name="connsiteY10" fmla="*/ 92 h 1418311"/>
              <a:gd name="connsiteX11" fmla="*/ 2218490 w 2736779"/>
              <a:gd name="connsiteY11" fmla="*/ 75723 h 1418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6779" h="1418311">
                <a:moveTo>
                  <a:pt x="2218490" y="75723"/>
                </a:moveTo>
                <a:cubicBezTo>
                  <a:pt x="2389492" y="126680"/>
                  <a:pt x="2550101" y="202054"/>
                  <a:pt x="2696204" y="297855"/>
                </a:cubicBezTo>
                <a:lnTo>
                  <a:pt x="2736779" y="327316"/>
                </a:lnTo>
                <a:lnTo>
                  <a:pt x="2444448" y="1418311"/>
                </a:lnTo>
                <a:lnTo>
                  <a:pt x="2397887" y="1335837"/>
                </a:lnTo>
                <a:cubicBezTo>
                  <a:pt x="2241538" y="1112237"/>
                  <a:pt x="1981153" y="967279"/>
                  <a:pt x="1688060" y="970194"/>
                </a:cubicBezTo>
                <a:cubicBezTo>
                  <a:pt x="1394968" y="973109"/>
                  <a:pt x="1137517" y="1123217"/>
                  <a:pt x="985646" y="1349883"/>
                </a:cubicBezTo>
                <a:lnTo>
                  <a:pt x="953242" y="1410047"/>
                </a:lnTo>
                <a:lnTo>
                  <a:pt x="0" y="1154627"/>
                </a:lnTo>
                <a:lnTo>
                  <a:pt x="12867" y="1119218"/>
                </a:lnTo>
                <a:cubicBezTo>
                  <a:pt x="286529" y="467443"/>
                  <a:pt x="927694" y="7559"/>
                  <a:pt x="1678412" y="92"/>
                </a:cubicBezTo>
                <a:cubicBezTo>
                  <a:pt x="1866091" y="-1775"/>
                  <a:pt x="2047488" y="24766"/>
                  <a:pt x="2218490" y="75723"/>
                </a:cubicBezTo>
                <a:close/>
              </a:path>
            </a:pathLst>
          </a:custGeom>
          <a:solidFill>
            <a:schemeClr val="accent2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汉仪旗黑X1-55W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7813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039D1A4D-F03A-631B-5FB7-4A8B1DE76FC8}"/>
              </a:ext>
            </a:extLst>
          </p:cNvPr>
          <p:cNvSpPr/>
          <p:nvPr/>
        </p:nvSpPr>
        <p:spPr>
          <a:xfrm>
            <a:off x="6433173" y="1415846"/>
            <a:ext cx="5788973" cy="5442155"/>
          </a:xfrm>
          <a:custGeom>
            <a:avLst/>
            <a:gdLst>
              <a:gd name="connsiteX0" fmla="*/ 3004191 w 5788973"/>
              <a:gd name="connsiteY0" fmla="*/ 0 h 5442155"/>
              <a:gd name="connsiteX1" fmla="*/ 5772297 w 5788973"/>
              <a:gd name="connsiteY1" fmla="*/ 1834825 h 5442155"/>
              <a:gd name="connsiteX2" fmla="*/ 5788973 w 5788973"/>
              <a:gd name="connsiteY2" fmla="*/ 1880387 h 5442155"/>
              <a:gd name="connsiteX3" fmla="*/ 5788973 w 5788973"/>
              <a:gd name="connsiteY3" fmla="*/ 4127998 h 5442155"/>
              <a:gd name="connsiteX4" fmla="*/ 5772297 w 5788973"/>
              <a:gd name="connsiteY4" fmla="*/ 4173559 h 5442155"/>
              <a:gd name="connsiteX5" fmla="*/ 4915134 w 5788973"/>
              <a:gd name="connsiteY5" fmla="*/ 5322373 h 5442155"/>
              <a:gd name="connsiteX6" fmla="*/ 4754951 w 5788973"/>
              <a:gd name="connsiteY6" fmla="*/ 5442155 h 5442155"/>
              <a:gd name="connsiteX7" fmla="*/ 1253430 w 5788973"/>
              <a:gd name="connsiteY7" fmla="*/ 5442155 h 5442155"/>
              <a:gd name="connsiteX8" fmla="*/ 1093246 w 5788973"/>
              <a:gd name="connsiteY8" fmla="*/ 5322373 h 5442155"/>
              <a:gd name="connsiteX9" fmla="*/ 0 w 5788973"/>
              <a:gd name="connsiteY9" fmla="*/ 3004192 h 5442155"/>
              <a:gd name="connsiteX10" fmla="*/ 3004191 w 5788973"/>
              <a:gd name="connsiteY10" fmla="*/ 0 h 5442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788973" h="5442155">
                <a:moveTo>
                  <a:pt x="3004191" y="0"/>
                </a:moveTo>
                <a:cubicBezTo>
                  <a:pt x="4248567" y="0"/>
                  <a:pt x="5316236" y="756576"/>
                  <a:pt x="5772297" y="1834825"/>
                </a:cubicBezTo>
                <a:lnTo>
                  <a:pt x="5788973" y="1880387"/>
                </a:lnTo>
                <a:lnTo>
                  <a:pt x="5788973" y="4127998"/>
                </a:lnTo>
                <a:lnTo>
                  <a:pt x="5772297" y="4173559"/>
                </a:lnTo>
                <a:cubicBezTo>
                  <a:pt x="5582271" y="4622829"/>
                  <a:pt x="5286064" y="5016254"/>
                  <a:pt x="4915134" y="5322373"/>
                </a:cubicBezTo>
                <a:lnTo>
                  <a:pt x="4754951" y="5442155"/>
                </a:lnTo>
                <a:lnTo>
                  <a:pt x="1253430" y="5442155"/>
                </a:lnTo>
                <a:lnTo>
                  <a:pt x="1093246" y="5322373"/>
                </a:lnTo>
                <a:cubicBezTo>
                  <a:pt x="425573" y="4771359"/>
                  <a:pt x="0" y="3937475"/>
                  <a:pt x="0" y="3004192"/>
                </a:cubicBezTo>
                <a:cubicBezTo>
                  <a:pt x="0" y="1345023"/>
                  <a:pt x="1345022" y="0"/>
                  <a:pt x="3004191" y="0"/>
                </a:cubicBezTo>
                <a:close/>
              </a:path>
            </a:pathLst>
          </a:custGeom>
          <a:blipFill>
            <a:blip r:embed="rId2"/>
            <a:srcRect/>
            <a:stretch>
              <a:fillRect l="-20506" r="-20506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759FB121-3DF9-6FDE-A11A-9ACDF0F5F364}"/>
              </a:ext>
            </a:extLst>
          </p:cNvPr>
          <p:cNvSpPr txBox="1"/>
          <p:nvPr/>
        </p:nvSpPr>
        <p:spPr>
          <a:xfrm>
            <a:off x="449915" y="3231671"/>
            <a:ext cx="5273863" cy="96308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r>
              <a:rPr lang="en-US" altLang="zh-CN" sz="2800" b="1" dirty="0"/>
              <a:t>App Purpose &amp; Core Functionality</a:t>
            </a:r>
            <a:endParaRPr lang="zh-CN" altLang="en-US" sz="36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演示研究所 SlideLab.cc">
            <a:extLst>
              <a:ext uri="{FF2B5EF4-FFF2-40B4-BE49-F238E27FC236}">
                <a16:creationId xmlns:a16="http://schemas.microsoft.com/office/drawing/2014/main" id="{683C7966-D56F-ED25-DB81-4F51576FC650}"/>
              </a:ext>
            </a:extLst>
          </p:cNvPr>
          <p:cNvSpPr/>
          <p:nvPr/>
        </p:nvSpPr>
        <p:spPr>
          <a:xfrm rot="900000" flipH="1">
            <a:off x="-142717" y="5545838"/>
            <a:ext cx="2594960" cy="1335455"/>
          </a:xfrm>
          <a:custGeom>
            <a:avLst/>
            <a:gdLst>
              <a:gd name="connsiteX0" fmla="*/ 2134967 w 2594960"/>
              <a:gd name="connsiteY0" fmla="*/ 75723 h 1335455"/>
              <a:gd name="connsiteX1" fmla="*/ 1594889 w 2594960"/>
              <a:gd name="connsiteY1" fmla="*/ 92 h 1335455"/>
              <a:gd name="connsiteX2" fmla="*/ 48690 w 2594960"/>
              <a:gd name="connsiteY2" fmla="*/ 884306 h 1335455"/>
              <a:gd name="connsiteX3" fmla="*/ 0 w 2594960"/>
              <a:gd name="connsiteY3" fmla="*/ 980144 h 1335455"/>
              <a:gd name="connsiteX4" fmla="*/ 991435 w 2594960"/>
              <a:gd name="connsiteY4" fmla="*/ 1245798 h 1335455"/>
              <a:gd name="connsiteX5" fmla="*/ 1034729 w 2594960"/>
              <a:gd name="connsiteY5" fmla="*/ 1195342 h 1335455"/>
              <a:gd name="connsiteX6" fmla="*/ 1604537 w 2594960"/>
              <a:gd name="connsiteY6" fmla="*/ 970194 h 1335455"/>
              <a:gd name="connsiteX7" fmla="*/ 2250995 w 2594960"/>
              <a:gd name="connsiteY7" fmla="*/ 1255809 h 1335455"/>
              <a:gd name="connsiteX8" fmla="*/ 2314061 w 2594960"/>
              <a:gd name="connsiteY8" fmla="*/ 1335455 h 1335455"/>
              <a:gd name="connsiteX9" fmla="*/ 2594960 w 2594960"/>
              <a:gd name="connsiteY9" fmla="*/ 287125 h 1335455"/>
              <a:gd name="connsiteX10" fmla="*/ 2500448 w 2594960"/>
              <a:gd name="connsiteY10" fmla="*/ 229897 h 1335455"/>
              <a:gd name="connsiteX11" fmla="*/ 2134967 w 2594960"/>
              <a:gd name="connsiteY11" fmla="*/ 75723 h 1335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94960" h="1335455">
                <a:moveTo>
                  <a:pt x="2134967" y="75723"/>
                </a:moveTo>
                <a:cubicBezTo>
                  <a:pt x="1963965" y="24766"/>
                  <a:pt x="1782568" y="-1775"/>
                  <a:pt x="1594889" y="92"/>
                </a:cubicBezTo>
                <a:cubicBezTo>
                  <a:pt x="938011" y="6625"/>
                  <a:pt x="365009" y="359541"/>
                  <a:pt x="48690" y="884306"/>
                </a:cubicBezTo>
                <a:lnTo>
                  <a:pt x="0" y="980144"/>
                </a:lnTo>
                <a:lnTo>
                  <a:pt x="991435" y="1245798"/>
                </a:lnTo>
                <a:lnTo>
                  <a:pt x="1034729" y="1195342"/>
                </a:lnTo>
                <a:cubicBezTo>
                  <a:pt x="1184947" y="1057363"/>
                  <a:pt x="1384718" y="972380"/>
                  <a:pt x="1604537" y="970194"/>
                </a:cubicBezTo>
                <a:cubicBezTo>
                  <a:pt x="1860993" y="967643"/>
                  <a:pt x="2092408" y="1078308"/>
                  <a:pt x="2250995" y="1255809"/>
                </a:cubicBezTo>
                <a:lnTo>
                  <a:pt x="2314061" y="1335455"/>
                </a:lnTo>
                <a:lnTo>
                  <a:pt x="2594960" y="287125"/>
                </a:lnTo>
                <a:lnTo>
                  <a:pt x="2500448" y="229897"/>
                </a:lnTo>
                <a:cubicBezTo>
                  <a:pt x="2385624" y="165893"/>
                  <a:pt x="2263218" y="113941"/>
                  <a:pt x="2134967" y="75723"/>
                </a:cubicBezTo>
                <a:close/>
              </a:path>
            </a:pathLst>
          </a:custGeom>
          <a:solidFill>
            <a:schemeClr val="accent2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汉仪旗黑X1-55W" panose="00020600040101010101" pitchFamily="18" charset="-122"/>
            </a:endParaRPr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A9A3A7C1-EE36-E0A6-F5D9-635648C57BF5}"/>
              </a:ext>
            </a:extLst>
          </p:cNvPr>
          <p:cNvSpPr/>
          <p:nvPr/>
        </p:nvSpPr>
        <p:spPr>
          <a:xfrm>
            <a:off x="-23848" y="-49083"/>
            <a:ext cx="5577795" cy="1598483"/>
          </a:xfrm>
          <a:custGeom>
            <a:avLst/>
            <a:gdLst>
              <a:gd name="connsiteX0" fmla="*/ 0 w 5577795"/>
              <a:gd name="connsiteY0" fmla="*/ 0 h 3134032"/>
              <a:gd name="connsiteX1" fmla="*/ 5577795 w 5577795"/>
              <a:gd name="connsiteY1" fmla="*/ 0 h 3134032"/>
              <a:gd name="connsiteX2" fmla="*/ 5527662 w 5577795"/>
              <a:gd name="connsiteY2" fmla="*/ 121494 h 3134032"/>
              <a:gd name="connsiteX3" fmla="*/ 268477 w 5577795"/>
              <a:gd name="connsiteY3" fmla="*/ 3134032 h 3134032"/>
              <a:gd name="connsiteX4" fmla="*/ 0 w 5577795"/>
              <a:gd name="connsiteY4" fmla="*/ 3128466 h 3134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7795" h="3134032">
                <a:moveTo>
                  <a:pt x="0" y="0"/>
                </a:moveTo>
                <a:lnTo>
                  <a:pt x="5577795" y="0"/>
                </a:lnTo>
                <a:lnTo>
                  <a:pt x="5527662" y="121494"/>
                </a:lnTo>
                <a:cubicBezTo>
                  <a:pt x="4742695" y="1879446"/>
                  <a:pt x="2684259" y="3134032"/>
                  <a:pt x="268477" y="3134032"/>
                </a:cubicBezTo>
                <a:lnTo>
                  <a:pt x="0" y="3128466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43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6" name="演示研究所 SlideLab.cc">
            <a:extLst>
              <a:ext uri="{FF2B5EF4-FFF2-40B4-BE49-F238E27FC236}">
                <a16:creationId xmlns:a16="http://schemas.microsoft.com/office/drawing/2014/main" id="{C67D57E6-512F-83C2-73F3-D338B224E1A5}"/>
              </a:ext>
            </a:extLst>
          </p:cNvPr>
          <p:cNvGrpSpPr/>
          <p:nvPr/>
        </p:nvGrpSpPr>
        <p:grpSpPr>
          <a:xfrm rot="16200000" flipV="1">
            <a:off x="4939196" y="5540231"/>
            <a:ext cx="292598" cy="1346667"/>
            <a:chOff x="1724433" y="1612606"/>
            <a:chExt cx="241950" cy="1113561"/>
          </a:xfrm>
          <a:solidFill>
            <a:schemeClr val="tx1">
              <a:lumMod val="50000"/>
              <a:lumOff val="50000"/>
            </a:schemeClr>
          </a:solidFill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838BFD85-EE82-F211-2734-E5E3513D63C8}"/>
                </a:ext>
              </a:extLst>
            </p:cNvPr>
            <p:cNvGrpSpPr/>
            <p:nvPr/>
          </p:nvGrpSpPr>
          <p:grpSpPr>
            <a:xfrm>
              <a:off x="1898681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27" name="演示研究所 SlideLab.cc">
                <a:extLst>
                  <a:ext uri="{FF2B5EF4-FFF2-40B4-BE49-F238E27FC236}">
                    <a16:creationId xmlns:a16="http://schemas.microsoft.com/office/drawing/2014/main" id="{FF655647-8257-1AF4-1FE9-BEF954A113A0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演示研究所 SlideLab.cc">
                <a:extLst>
                  <a:ext uri="{FF2B5EF4-FFF2-40B4-BE49-F238E27FC236}">
                    <a16:creationId xmlns:a16="http://schemas.microsoft.com/office/drawing/2014/main" id="{0F42B379-BAE7-0880-068A-E65CC2F43207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演示研究所 SlideLab.cc">
                <a:extLst>
                  <a:ext uri="{FF2B5EF4-FFF2-40B4-BE49-F238E27FC236}">
                    <a16:creationId xmlns:a16="http://schemas.microsoft.com/office/drawing/2014/main" id="{63506BB8-7810-D7FD-D0A4-83BAD3C062BD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演示研究所 SlideLab.cc">
                <a:extLst>
                  <a:ext uri="{FF2B5EF4-FFF2-40B4-BE49-F238E27FC236}">
                    <a16:creationId xmlns:a16="http://schemas.microsoft.com/office/drawing/2014/main" id="{84A5AC0E-D2F4-CEC0-F097-F095AA8F9698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演示研究所 SlideLab.cc">
                <a:extLst>
                  <a:ext uri="{FF2B5EF4-FFF2-40B4-BE49-F238E27FC236}">
                    <a16:creationId xmlns:a16="http://schemas.microsoft.com/office/drawing/2014/main" id="{FE28FCA5-7F09-A7F7-D06F-3CD7E7817CF9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" name="演示研究所 SlideLab.cc">
                <a:extLst>
                  <a:ext uri="{FF2B5EF4-FFF2-40B4-BE49-F238E27FC236}">
                    <a16:creationId xmlns:a16="http://schemas.microsoft.com/office/drawing/2014/main" id="{D3629ED2-EA96-176B-7824-9F22C420CD94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演示研究所 SlideLab.cc">
                <a:extLst>
                  <a:ext uri="{FF2B5EF4-FFF2-40B4-BE49-F238E27FC236}">
                    <a16:creationId xmlns:a16="http://schemas.microsoft.com/office/drawing/2014/main" id="{6027B00A-AEC2-6216-61C1-89525B2F65A5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演示研究所 SlideLab.cc">
                <a:extLst>
                  <a:ext uri="{FF2B5EF4-FFF2-40B4-BE49-F238E27FC236}">
                    <a16:creationId xmlns:a16="http://schemas.microsoft.com/office/drawing/2014/main" id="{18483ACE-2810-58E1-867A-B65C1F99C5D9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51F2557F-A127-893D-EA63-88599F34CCDB}"/>
                </a:ext>
              </a:extLst>
            </p:cNvPr>
            <p:cNvGrpSpPr/>
            <p:nvPr/>
          </p:nvGrpSpPr>
          <p:grpSpPr>
            <a:xfrm>
              <a:off x="1724433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19" name="演示研究所 SlideLab.cc">
                <a:extLst>
                  <a:ext uri="{FF2B5EF4-FFF2-40B4-BE49-F238E27FC236}">
                    <a16:creationId xmlns:a16="http://schemas.microsoft.com/office/drawing/2014/main" id="{F1812F47-608B-C769-3214-C65BAA8FBA21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演示研究所 SlideLab.cc">
                <a:extLst>
                  <a:ext uri="{FF2B5EF4-FFF2-40B4-BE49-F238E27FC236}">
                    <a16:creationId xmlns:a16="http://schemas.microsoft.com/office/drawing/2014/main" id="{A709F6BC-9955-7F63-5FFA-02ECA32CA722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演示研究所 SlideLab.cc">
                <a:extLst>
                  <a:ext uri="{FF2B5EF4-FFF2-40B4-BE49-F238E27FC236}">
                    <a16:creationId xmlns:a16="http://schemas.microsoft.com/office/drawing/2014/main" id="{4A42D670-83FB-FA42-D330-AE8A1A03F89C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演示研究所 SlideLab.cc">
                <a:extLst>
                  <a:ext uri="{FF2B5EF4-FFF2-40B4-BE49-F238E27FC236}">
                    <a16:creationId xmlns:a16="http://schemas.microsoft.com/office/drawing/2014/main" id="{C88EDAD3-6C00-0D88-82AA-3C9D245DF25B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演示研究所 SlideLab.cc">
                <a:extLst>
                  <a:ext uri="{FF2B5EF4-FFF2-40B4-BE49-F238E27FC236}">
                    <a16:creationId xmlns:a16="http://schemas.microsoft.com/office/drawing/2014/main" id="{563C796B-0015-C51F-F03D-5C0208C670FB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演示研究所 SlideLab.cc">
                <a:extLst>
                  <a:ext uri="{FF2B5EF4-FFF2-40B4-BE49-F238E27FC236}">
                    <a16:creationId xmlns:a16="http://schemas.microsoft.com/office/drawing/2014/main" id="{B895D8A5-9171-6A77-FDDC-50AE027BE6DE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演示研究所 SlideLab.cc">
                <a:extLst>
                  <a:ext uri="{FF2B5EF4-FFF2-40B4-BE49-F238E27FC236}">
                    <a16:creationId xmlns:a16="http://schemas.microsoft.com/office/drawing/2014/main" id="{FBAC8B00-4AA9-4375-D536-5FCA66947C61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" name="演示研究所 SlideLab.cc">
                <a:extLst>
                  <a:ext uri="{FF2B5EF4-FFF2-40B4-BE49-F238E27FC236}">
                    <a16:creationId xmlns:a16="http://schemas.microsoft.com/office/drawing/2014/main" id="{FC47AA73-E63A-402B-DC0C-E036B0A0310E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6" name="演示研究所 SlideLab.cc">
            <a:extLst>
              <a:ext uri="{FF2B5EF4-FFF2-40B4-BE49-F238E27FC236}">
                <a16:creationId xmlns:a16="http://schemas.microsoft.com/office/drawing/2014/main" id="{8CCD371D-48A4-BAE2-0461-300D345A5C97}"/>
              </a:ext>
            </a:extLst>
          </p:cNvPr>
          <p:cNvSpPr/>
          <p:nvPr/>
        </p:nvSpPr>
        <p:spPr>
          <a:xfrm>
            <a:off x="5971788" y="823960"/>
            <a:ext cx="1183770" cy="118377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X1-55W" panose="00020600040101010101" pitchFamily="18" charset="-122"/>
            </a:endParaRPr>
          </a:p>
        </p:txBody>
      </p:sp>
      <p:sp>
        <p:nvSpPr>
          <p:cNvPr id="38" name="演示研究所 SlideLab.cc">
            <a:extLst>
              <a:ext uri="{FF2B5EF4-FFF2-40B4-BE49-F238E27FC236}">
                <a16:creationId xmlns:a16="http://schemas.microsoft.com/office/drawing/2014/main" id="{C27EA120-A89D-6BDC-F61B-EA9E090726A7}"/>
              </a:ext>
            </a:extLst>
          </p:cNvPr>
          <p:cNvSpPr txBox="1"/>
          <p:nvPr/>
        </p:nvSpPr>
        <p:spPr>
          <a:xfrm>
            <a:off x="-1963334" y="1834203"/>
            <a:ext cx="769796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8800" dirty="0">
                <a:gradFill>
                  <a:gsLst>
                    <a:gs pos="0">
                      <a:schemeClr val="accent1">
                        <a:alpha val="64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2160000" scaled="0"/>
                </a:gradFill>
                <a:latin typeface="MiSans" pitchFamily="2" charset="-122"/>
                <a:ea typeface="MiSans" pitchFamily="2" charset="-122"/>
              </a:rPr>
              <a:t>Part one</a:t>
            </a:r>
            <a:endParaRPr lang="zh-CN" altLang="en-US" sz="8800" dirty="0">
              <a:gradFill>
                <a:gsLst>
                  <a:gs pos="0">
                    <a:schemeClr val="accent1">
                      <a:alpha val="64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2160000" scaled="0"/>
              </a:gradFill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40" name="演示研究所 SlideLab.cc">
            <a:extLst>
              <a:ext uri="{FF2B5EF4-FFF2-40B4-BE49-F238E27FC236}">
                <a16:creationId xmlns:a16="http://schemas.microsoft.com/office/drawing/2014/main" id="{5F9CFD6F-C4E5-FEE7-6E2C-5CDCF10F668D}"/>
              </a:ext>
            </a:extLst>
          </p:cNvPr>
          <p:cNvSpPr/>
          <p:nvPr/>
        </p:nvSpPr>
        <p:spPr>
          <a:xfrm rot="15334232">
            <a:off x="10433259" y="433318"/>
            <a:ext cx="2291071" cy="1187327"/>
          </a:xfrm>
          <a:custGeom>
            <a:avLst/>
            <a:gdLst>
              <a:gd name="connsiteX0" fmla="*/ 2218490 w 2736779"/>
              <a:gd name="connsiteY0" fmla="*/ 75723 h 1418311"/>
              <a:gd name="connsiteX1" fmla="*/ 2696204 w 2736779"/>
              <a:gd name="connsiteY1" fmla="*/ 297855 h 1418311"/>
              <a:gd name="connsiteX2" fmla="*/ 2736779 w 2736779"/>
              <a:gd name="connsiteY2" fmla="*/ 327316 h 1418311"/>
              <a:gd name="connsiteX3" fmla="*/ 2444448 w 2736779"/>
              <a:gd name="connsiteY3" fmla="*/ 1418311 h 1418311"/>
              <a:gd name="connsiteX4" fmla="*/ 2397887 w 2736779"/>
              <a:gd name="connsiteY4" fmla="*/ 1335837 h 1418311"/>
              <a:gd name="connsiteX5" fmla="*/ 1688060 w 2736779"/>
              <a:gd name="connsiteY5" fmla="*/ 970194 h 1418311"/>
              <a:gd name="connsiteX6" fmla="*/ 985646 w 2736779"/>
              <a:gd name="connsiteY6" fmla="*/ 1349883 h 1418311"/>
              <a:gd name="connsiteX7" fmla="*/ 953242 w 2736779"/>
              <a:gd name="connsiteY7" fmla="*/ 1410047 h 1418311"/>
              <a:gd name="connsiteX8" fmla="*/ 0 w 2736779"/>
              <a:gd name="connsiteY8" fmla="*/ 1154627 h 1418311"/>
              <a:gd name="connsiteX9" fmla="*/ 12867 w 2736779"/>
              <a:gd name="connsiteY9" fmla="*/ 1119218 h 1418311"/>
              <a:gd name="connsiteX10" fmla="*/ 1678412 w 2736779"/>
              <a:gd name="connsiteY10" fmla="*/ 92 h 1418311"/>
              <a:gd name="connsiteX11" fmla="*/ 2218490 w 2736779"/>
              <a:gd name="connsiteY11" fmla="*/ 75723 h 1418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6779" h="1418311">
                <a:moveTo>
                  <a:pt x="2218490" y="75723"/>
                </a:moveTo>
                <a:cubicBezTo>
                  <a:pt x="2389492" y="126680"/>
                  <a:pt x="2550101" y="202054"/>
                  <a:pt x="2696204" y="297855"/>
                </a:cubicBezTo>
                <a:lnTo>
                  <a:pt x="2736779" y="327316"/>
                </a:lnTo>
                <a:lnTo>
                  <a:pt x="2444448" y="1418311"/>
                </a:lnTo>
                <a:lnTo>
                  <a:pt x="2397887" y="1335837"/>
                </a:lnTo>
                <a:cubicBezTo>
                  <a:pt x="2241538" y="1112237"/>
                  <a:pt x="1981153" y="967279"/>
                  <a:pt x="1688060" y="970194"/>
                </a:cubicBezTo>
                <a:cubicBezTo>
                  <a:pt x="1394968" y="973109"/>
                  <a:pt x="1137517" y="1123217"/>
                  <a:pt x="985646" y="1349883"/>
                </a:cubicBezTo>
                <a:lnTo>
                  <a:pt x="953242" y="1410047"/>
                </a:lnTo>
                <a:lnTo>
                  <a:pt x="0" y="1154627"/>
                </a:lnTo>
                <a:lnTo>
                  <a:pt x="12867" y="1119218"/>
                </a:lnTo>
                <a:cubicBezTo>
                  <a:pt x="286529" y="467443"/>
                  <a:pt x="927694" y="7559"/>
                  <a:pt x="1678412" y="92"/>
                </a:cubicBezTo>
                <a:cubicBezTo>
                  <a:pt x="1866091" y="-1775"/>
                  <a:pt x="2047488" y="24766"/>
                  <a:pt x="2218490" y="75723"/>
                </a:cubicBezTo>
                <a:close/>
              </a:path>
            </a:pathLst>
          </a:custGeom>
          <a:solidFill>
            <a:schemeClr val="accent2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汉仪旗黑X1-55W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0588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521B6A05-7B41-08F1-2D79-76EF976558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971" y="1692460"/>
            <a:ext cx="4389241" cy="435133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892D601-6CF6-AD74-FE99-119C32D3BF18}"/>
              </a:ext>
            </a:extLst>
          </p:cNvPr>
          <p:cNvSpPr txBox="1"/>
          <p:nvPr/>
        </p:nvSpPr>
        <p:spPr>
          <a:xfrm>
            <a:off x="789853" y="129569"/>
            <a:ext cx="60949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gradFill>
                  <a:gsLst>
                    <a:gs pos="0">
                      <a:schemeClr val="accent1">
                        <a:alpha val="64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2160000" scaled="0"/>
                </a:gradFill>
                <a:latin typeface="MiSans" pitchFamily="2" charset="-122"/>
                <a:ea typeface="MiSans" pitchFamily="2" charset="-122"/>
              </a:rPr>
              <a:t>Updated wireframes or mockups</a:t>
            </a:r>
            <a:endParaRPr lang="zh-CN" altLang="en-US" sz="3600" dirty="0">
              <a:gradFill>
                <a:gsLst>
                  <a:gs pos="0">
                    <a:schemeClr val="accent1">
                      <a:alpha val="64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2160000" scaled="0"/>
              </a:gradFill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DB47D0E4-B05D-FA88-2AC4-66B4693547ED}"/>
              </a:ext>
            </a:extLst>
          </p:cNvPr>
          <p:cNvSpPr/>
          <p:nvPr/>
        </p:nvSpPr>
        <p:spPr>
          <a:xfrm>
            <a:off x="5752731" y="3868129"/>
            <a:ext cx="816745" cy="5415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1F4053F-119F-6BF3-5B30-3666771FAD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8152" y="1692460"/>
            <a:ext cx="2902998" cy="259227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F026FD8-A55A-A727-5264-B65DF222D4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8152" y="4409667"/>
            <a:ext cx="4874163" cy="1751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623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3FEC78C7-6872-AD9E-7166-B48CFBEDA035}"/>
              </a:ext>
            </a:extLst>
          </p:cNvPr>
          <p:cNvSpPr/>
          <p:nvPr/>
        </p:nvSpPr>
        <p:spPr>
          <a:xfrm>
            <a:off x="485" y="6167293"/>
            <a:ext cx="1385864" cy="683856"/>
          </a:xfrm>
          <a:custGeom>
            <a:avLst/>
            <a:gdLst>
              <a:gd name="connsiteX0" fmla="*/ 1536457 w 3272369"/>
              <a:gd name="connsiteY0" fmla="*/ 3024 h 1614754"/>
              <a:gd name="connsiteX1" fmla="*/ 2584149 w 3272369"/>
              <a:gd name="connsiteY1" fmla="*/ 299257 h 1614754"/>
              <a:gd name="connsiteX2" fmla="*/ 3260017 w 3272369"/>
              <a:gd name="connsiteY2" fmla="*/ 1412311 h 1614754"/>
              <a:gd name="connsiteX3" fmla="*/ 3272369 w 3272369"/>
              <a:gd name="connsiteY3" fmla="*/ 1614754 h 1614754"/>
              <a:gd name="connsiteX4" fmla="*/ 2441804 w 3272369"/>
              <a:gd name="connsiteY4" fmla="*/ 1614754 h 1614754"/>
              <a:gd name="connsiteX5" fmla="*/ 2435959 w 3272369"/>
              <a:gd name="connsiteY5" fmla="*/ 1519472 h 1614754"/>
              <a:gd name="connsiteX6" fmla="*/ 2100103 w 3272369"/>
              <a:gd name="connsiteY6" fmla="*/ 974756 h 1614754"/>
              <a:gd name="connsiteX7" fmla="*/ 1273901 w 3272369"/>
              <a:gd name="connsiteY7" fmla="*/ 915523 h 1614754"/>
              <a:gd name="connsiteX8" fmla="*/ 838390 w 3272369"/>
              <a:gd name="connsiteY8" fmla="*/ 1511044 h 1614754"/>
              <a:gd name="connsiteX9" fmla="*/ 830978 w 3272369"/>
              <a:gd name="connsiteY9" fmla="*/ 1614754 h 1614754"/>
              <a:gd name="connsiteX10" fmla="*/ 0 w 3272369"/>
              <a:gd name="connsiteY10" fmla="*/ 1614754 h 1614754"/>
              <a:gd name="connsiteX11" fmla="*/ 15445 w 3272369"/>
              <a:gd name="connsiteY11" fmla="*/ 1395681 h 1614754"/>
              <a:gd name="connsiteX12" fmla="*/ 894206 w 3272369"/>
              <a:gd name="connsiteY12" fmla="*/ 176329 h 1614754"/>
              <a:gd name="connsiteX13" fmla="*/ 1536457 w 3272369"/>
              <a:gd name="connsiteY13" fmla="*/ 3024 h 1614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72369" h="1614754">
                <a:moveTo>
                  <a:pt x="1536457" y="3024"/>
                </a:moveTo>
                <a:cubicBezTo>
                  <a:pt x="1903259" y="-19190"/>
                  <a:pt x="2273885" y="81112"/>
                  <a:pt x="2584149" y="299257"/>
                </a:cubicBezTo>
                <a:cubicBezTo>
                  <a:pt x="2961584" y="564629"/>
                  <a:pt x="3201969" y="970775"/>
                  <a:pt x="3260017" y="1412311"/>
                </a:cubicBezTo>
                <a:lnTo>
                  <a:pt x="3272369" y="1614754"/>
                </a:lnTo>
                <a:lnTo>
                  <a:pt x="2441804" y="1614754"/>
                </a:lnTo>
                <a:lnTo>
                  <a:pt x="2435959" y="1519472"/>
                </a:lnTo>
                <a:cubicBezTo>
                  <a:pt x="2407192" y="1303015"/>
                  <a:pt x="2287654" y="1104041"/>
                  <a:pt x="2100103" y="974756"/>
                </a:cubicBezTo>
                <a:cubicBezTo>
                  <a:pt x="1856903" y="807111"/>
                  <a:pt x="1539371" y="784346"/>
                  <a:pt x="1273901" y="915523"/>
                </a:cubicBezTo>
                <a:cubicBezTo>
                  <a:pt x="1035998" y="1033079"/>
                  <a:pt x="874937" y="1256888"/>
                  <a:pt x="838390" y="1511044"/>
                </a:cubicBezTo>
                <a:lnTo>
                  <a:pt x="830978" y="1614754"/>
                </a:lnTo>
                <a:lnTo>
                  <a:pt x="0" y="1614754"/>
                </a:lnTo>
                <a:lnTo>
                  <a:pt x="15445" y="1395681"/>
                </a:lnTo>
                <a:cubicBezTo>
                  <a:pt x="89124" y="876270"/>
                  <a:pt x="413862" y="418422"/>
                  <a:pt x="894206" y="176329"/>
                </a:cubicBezTo>
                <a:cubicBezTo>
                  <a:pt x="1097671" y="73784"/>
                  <a:pt x="1316376" y="16351"/>
                  <a:pt x="1536457" y="3024"/>
                </a:cubicBezTo>
                <a:close/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汉仪旗黑X1-55W" panose="00020600040101010101" pitchFamily="18" charset="-122"/>
            </a:endParaRPr>
          </a:p>
        </p:txBody>
      </p:sp>
      <p:sp>
        <p:nvSpPr>
          <p:cNvPr id="19" name="演示研究所 SlideLab.cc">
            <a:extLst>
              <a:ext uri="{FF2B5EF4-FFF2-40B4-BE49-F238E27FC236}">
                <a16:creationId xmlns:a16="http://schemas.microsoft.com/office/drawing/2014/main" id="{CD10A169-5F6B-54C1-D71D-CBCADFCC2F27}"/>
              </a:ext>
            </a:extLst>
          </p:cNvPr>
          <p:cNvSpPr/>
          <p:nvPr/>
        </p:nvSpPr>
        <p:spPr>
          <a:xfrm>
            <a:off x="253322" y="284669"/>
            <a:ext cx="589869" cy="589869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X1-55W" panose="00020600040101010101" pitchFamily="18" charset="-122"/>
            </a:endParaRPr>
          </a:p>
        </p:txBody>
      </p:sp>
      <p:sp>
        <p:nvSpPr>
          <p:cNvPr id="21" name="演示研究所 SlideLab.cc">
            <a:extLst>
              <a:ext uri="{FF2B5EF4-FFF2-40B4-BE49-F238E27FC236}">
                <a16:creationId xmlns:a16="http://schemas.microsoft.com/office/drawing/2014/main" id="{79ED7EDB-8FD3-CC9B-96DB-C0B14CCBD682}"/>
              </a:ext>
            </a:extLst>
          </p:cNvPr>
          <p:cNvSpPr/>
          <p:nvPr/>
        </p:nvSpPr>
        <p:spPr>
          <a:xfrm rot="3058867">
            <a:off x="11058827" y="-401169"/>
            <a:ext cx="2266346" cy="2266346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X1-55W" panose="00020600040101010101" pitchFamily="18" charset="-122"/>
            </a:endParaRPr>
          </a:p>
        </p:txBody>
      </p:sp>
      <p:grpSp>
        <p:nvGrpSpPr>
          <p:cNvPr id="22" name="演示研究所 SlideLab.cc">
            <a:extLst>
              <a:ext uri="{FF2B5EF4-FFF2-40B4-BE49-F238E27FC236}">
                <a16:creationId xmlns:a16="http://schemas.microsoft.com/office/drawing/2014/main" id="{CB222431-21AE-9930-63FA-48D00371C81D}"/>
              </a:ext>
            </a:extLst>
          </p:cNvPr>
          <p:cNvGrpSpPr/>
          <p:nvPr/>
        </p:nvGrpSpPr>
        <p:grpSpPr>
          <a:xfrm rot="16200000" flipV="1">
            <a:off x="11254045" y="5920902"/>
            <a:ext cx="210022" cy="966615"/>
            <a:chOff x="1724433" y="1612606"/>
            <a:chExt cx="241950" cy="1113561"/>
          </a:xfrm>
          <a:solidFill>
            <a:schemeClr val="tx1">
              <a:lumMod val="50000"/>
              <a:lumOff val="50000"/>
            </a:schemeClr>
          </a:solidFill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532D92FE-B232-7F5B-6F47-87D6D695FAC0}"/>
                </a:ext>
              </a:extLst>
            </p:cNvPr>
            <p:cNvGrpSpPr/>
            <p:nvPr/>
          </p:nvGrpSpPr>
          <p:grpSpPr>
            <a:xfrm>
              <a:off x="1898681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33" name="演示研究所 SlideLab.cc">
                <a:extLst>
                  <a:ext uri="{FF2B5EF4-FFF2-40B4-BE49-F238E27FC236}">
                    <a16:creationId xmlns:a16="http://schemas.microsoft.com/office/drawing/2014/main" id="{4D04996E-6959-A172-76F2-001CA9DF98AC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演示研究所 SlideLab.cc">
                <a:extLst>
                  <a:ext uri="{FF2B5EF4-FFF2-40B4-BE49-F238E27FC236}">
                    <a16:creationId xmlns:a16="http://schemas.microsoft.com/office/drawing/2014/main" id="{62ECF6F8-82AF-6457-7F42-135E8508F6E4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演示研究所 SlideLab.cc">
                <a:extLst>
                  <a:ext uri="{FF2B5EF4-FFF2-40B4-BE49-F238E27FC236}">
                    <a16:creationId xmlns:a16="http://schemas.microsoft.com/office/drawing/2014/main" id="{36D0F541-2DA9-FE45-8746-FCF67BE7638A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演示研究所 SlideLab.cc">
                <a:extLst>
                  <a:ext uri="{FF2B5EF4-FFF2-40B4-BE49-F238E27FC236}">
                    <a16:creationId xmlns:a16="http://schemas.microsoft.com/office/drawing/2014/main" id="{184BADEC-5963-09D6-0871-007AA52B7874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演示研究所 SlideLab.cc">
                <a:extLst>
                  <a:ext uri="{FF2B5EF4-FFF2-40B4-BE49-F238E27FC236}">
                    <a16:creationId xmlns:a16="http://schemas.microsoft.com/office/drawing/2014/main" id="{F9788BE7-0A0A-B41D-3B92-C7819E807A2A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演示研究所 SlideLab.cc">
                <a:extLst>
                  <a:ext uri="{FF2B5EF4-FFF2-40B4-BE49-F238E27FC236}">
                    <a16:creationId xmlns:a16="http://schemas.microsoft.com/office/drawing/2014/main" id="{68D19979-AE3E-2762-A622-225DAB6BA823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演示研究所 SlideLab.cc">
                <a:extLst>
                  <a:ext uri="{FF2B5EF4-FFF2-40B4-BE49-F238E27FC236}">
                    <a16:creationId xmlns:a16="http://schemas.microsoft.com/office/drawing/2014/main" id="{D5AA71AF-C4F6-C2A5-5AD8-D4B5F7C7343D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演示研究所 SlideLab.cc">
                <a:extLst>
                  <a:ext uri="{FF2B5EF4-FFF2-40B4-BE49-F238E27FC236}">
                    <a16:creationId xmlns:a16="http://schemas.microsoft.com/office/drawing/2014/main" id="{C8765AA7-A1B9-E24C-D763-B364D8F7A829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5A673006-02EF-2DF4-6A70-514934D7B8A2}"/>
                </a:ext>
              </a:extLst>
            </p:cNvPr>
            <p:cNvGrpSpPr/>
            <p:nvPr/>
          </p:nvGrpSpPr>
          <p:grpSpPr>
            <a:xfrm>
              <a:off x="1724433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25" name="演示研究所 SlideLab.cc">
                <a:extLst>
                  <a:ext uri="{FF2B5EF4-FFF2-40B4-BE49-F238E27FC236}">
                    <a16:creationId xmlns:a16="http://schemas.microsoft.com/office/drawing/2014/main" id="{C6BBD536-A0AA-55B4-2130-5C0B25518041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演示研究所 SlideLab.cc">
                <a:extLst>
                  <a:ext uri="{FF2B5EF4-FFF2-40B4-BE49-F238E27FC236}">
                    <a16:creationId xmlns:a16="http://schemas.microsoft.com/office/drawing/2014/main" id="{87A8D99A-B447-6D72-0014-24D8585BD089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演示研究所 SlideLab.cc">
                <a:extLst>
                  <a:ext uri="{FF2B5EF4-FFF2-40B4-BE49-F238E27FC236}">
                    <a16:creationId xmlns:a16="http://schemas.microsoft.com/office/drawing/2014/main" id="{1F97797E-8CB9-97B8-A348-155B35ABDED7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演示研究所 SlideLab.cc">
                <a:extLst>
                  <a:ext uri="{FF2B5EF4-FFF2-40B4-BE49-F238E27FC236}">
                    <a16:creationId xmlns:a16="http://schemas.microsoft.com/office/drawing/2014/main" id="{8CF5D185-492E-A51C-7844-CCD255103B8A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演示研究所 SlideLab.cc">
                <a:extLst>
                  <a:ext uri="{FF2B5EF4-FFF2-40B4-BE49-F238E27FC236}">
                    <a16:creationId xmlns:a16="http://schemas.microsoft.com/office/drawing/2014/main" id="{7835C215-7E51-664A-102B-96574DBC6CDF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演示研究所 SlideLab.cc">
                <a:extLst>
                  <a:ext uri="{FF2B5EF4-FFF2-40B4-BE49-F238E27FC236}">
                    <a16:creationId xmlns:a16="http://schemas.microsoft.com/office/drawing/2014/main" id="{42B8ED68-BAAD-9C8A-7FDF-7B1F6C9B332B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演示研究所 SlideLab.cc">
                <a:extLst>
                  <a:ext uri="{FF2B5EF4-FFF2-40B4-BE49-F238E27FC236}">
                    <a16:creationId xmlns:a16="http://schemas.microsoft.com/office/drawing/2014/main" id="{339F3106-FFFE-37EC-6DF6-6721C1D86D85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" name="演示研究所 SlideLab.cc">
                <a:extLst>
                  <a:ext uri="{FF2B5EF4-FFF2-40B4-BE49-F238E27FC236}">
                    <a16:creationId xmlns:a16="http://schemas.microsoft.com/office/drawing/2014/main" id="{C0583AEB-46BA-3781-ACA9-A60F9FAEE024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8" name="演示研究所 SlideLab.cc">
            <a:extLst>
              <a:ext uri="{FF2B5EF4-FFF2-40B4-BE49-F238E27FC236}">
                <a16:creationId xmlns:a16="http://schemas.microsoft.com/office/drawing/2014/main" id="{C1B602A2-BFBE-EC25-F0B4-46679C2B81EE}"/>
              </a:ext>
            </a:extLst>
          </p:cNvPr>
          <p:cNvSpPr/>
          <p:nvPr/>
        </p:nvSpPr>
        <p:spPr>
          <a:xfrm>
            <a:off x="960030" y="1038577"/>
            <a:ext cx="3304341" cy="5018145"/>
          </a:xfrm>
          <a:custGeom>
            <a:avLst/>
            <a:gdLst>
              <a:gd name="connsiteX0" fmla="*/ 0 w 2723515"/>
              <a:gd name="connsiteY0" fmla="*/ 0 h 4080510"/>
              <a:gd name="connsiteX1" fmla="*/ 2723515 w 2723515"/>
              <a:gd name="connsiteY1" fmla="*/ 0 h 4080510"/>
              <a:gd name="connsiteX2" fmla="*/ 2723515 w 2723515"/>
              <a:gd name="connsiteY2" fmla="*/ 4080510 h 4080510"/>
              <a:gd name="connsiteX3" fmla="*/ 0 w 2723515"/>
              <a:gd name="connsiteY3" fmla="*/ 4080510 h 4080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3515" h="4080510">
                <a:moveTo>
                  <a:pt x="0" y="0"/>
                </a:moveTo>
                <a:lnTo>
                  <a:pt x="2723515" y="0"/>
                </a:lnTo>
                <a:lnTo>
                  <a:pt x="2723515" y="4080510"/>
                </a:lnTo>
                <a:lnTo>
                  <a:pt x="0" y="4080510"/>
                </a:lnTo>
                <a:close/>
              </a:path>
            </a:pathLst>
          </a:custGeom>
          <a:blipFill>
            <a:blip r:embed="rId3">
              <a:grayscl/>
            </a:blip>
            <a:srcRect/>
            <a:stretch>
              <a:fillRect l="-67494" r="-6749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997E452C-C813-AEE2-6840-643DC1AF1127}"/>
              </a:ext>
            </a:extLst>
          </p:cNvPr>
          <p:cNvSpPr txBox="1"/>
          <p:nvPr/>
        </p:nvSpPr>
        <p:spPr>
          <a:xfrm>
            <a:off x="4742925" y="1565324"/>
            <a:ext cx="53580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  <a:sym typeface="MiSans" panose="00000500000000000000" pitchFamily="2" charset="-122"/>
              </a:rPr>
              <a:t>Core Functionality</a:t>
            </a:r>
          </a:p>
        </p:txBody>
      </p:sp>
      <p:sp>
        <p:nvSpPr>
          <p:cNvPr id="17" name="演示研究所 SlideLab.cc">
            <a:extLst>
              <a:ext uri="{FF2B5EF4-FFF2-40B4-BE49-F238E27FC236}">
                <a16:creationId xmlns:a16="http://schemas.microsoft.com/office/drawing/2014/main" id="{BB7CBEB2-F154-5AFE-B8D2-951C7546F3AF}"/>
              </a:ext>
            </a:extLst>
          </p:cNvPr>
          <p:cNvSpPr txBox="1"/>
          <p:nvPr/>
        </p:nvSpPr>
        <p:spPr>
          <a:xfrm>
            <a:off x="4742925" y="1064291"/>
            <a:ext cx="20906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MiSans" panose="00000500000000000000" pitchFamily="2" charset="-122"/>
                <a:ea typeface="MiSans" panose="00000500000000000000" pitchFamily="2" charset="-122"/>
                <a:sym typeface="MiSans" panose="00000500000000000000" pitchFamily="2" charset="-122"/>
              </a:rPr>
              <a:t>App Purpose</a:t>
            </a: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23BBF1C4-DC33-D5E5-EFAD-B72095ABDD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091" y="3313545"/>
            <a:ext cx="2133600" cy="2133600"/>
          </a:xfrm>
          <a:prstGeom prst="rect">
            <a:avLst/>
          </a:prstGeom>
        </p:spPr>
      </p:pic>
      <p:sp>
        <p:nvSpPr>
          <p:cNvPr id="43" name="对话气泡: 椭圆形 42">
            <a:extLst>
              <a:ext uri="{FF2B5EF4-FFF2-40B4-BE49-F238E27FC236}">
                <a16:creationId xmlns:a16="http://schemas.microsoft.com/office/drawing/2014/main" id="{EC9A7749-9A3F-F746-3C6D-17384F89F2C0}"/>
              </a:ext>
            </a:extLst>
          </p:cNvPr>
          <p:cNvSpPr/>
          <p:nvPr/>
        </p:nvSpPr>
        <p:spPr>
          <a:xfrm>
            <a:off x="7011569" y="2374133"/>
            <a:ext cx="1554540" cy="1366982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What should I do?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892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演示研究所 SlideLab.cc">
            <a:extLst>
              <a:ext uri="{FF2B5EF4-FFF2-40B4-BE49-F238E27FC236}">
                <a16:creationId xmlns:a16="http://schemas.microsoft.com/office/drawing/2014/main" id="{E9651FE1-0D9C-3E09-42BF-3A1A33D93A64}"/>
              </a:ext>
            </a:extLst>
          </p:cNvPr>
          <p:cNvSpPr/>
          <p:nvPr/>
        </p:nvSpPr>
        <p:spPr>
          <a:xfrm>
            <a:off x="485" y="6167293"/>
            <a:ext cx="1385864" cy="683856"/>
          </a:xfrm>
          <a:custGeom>
            <a:avLst/>
            <a:gdLst>
              <a:gd name="connsiteX0" fmla="*/ 1536457 w 3272369"/>
              <a:gd name="connsiteY0" fmla="*/ 3024 h 1614754"/>
              <a:gd name="connsiteX1" fmla="*/ 2584149 w 3272369"/>
              <a:gd name="connsiteY1" fmla="*/ 299257 h 1614754"/>
              <a:gd name="connsiteX2" fmla="*/ 3260017 w 3272369"/>
              <a:gd name="connsiteY2" fmla="*/ 1412311 h 1614754"/>
              <a:gd name="connsiteX3" fmla="*/ 3272369 w 3272369"/>
              <a:gd name="connsiteY3" fmla="*/ 1614754 h 1614754"/>
              <a:gd name="connsiteX4" fmla="*/ 2441804 w 3272369"/>
              <a:gd name="connsiteY4" fmla="*/ 1614754 h 1614754"/>
              <a:gd name="connsiteX5" fmla="*/ 2435959 w 3272369"/>
              <a:gd name="connsiteY5" fmla="*/ 1519472 h 1614754"/>
              <a:gd name="connsiteX6" fmla="*/ 2100103 w 3272369"/>
              <a:gd name="connsiteY6" fmla="*/ 974756 h 1614754"/>
              <a:gd name="connsiteX7" fmla="*/ 1273901 w 3272369"/>
              <a:gd name="connsiteY7" fmla="*/ 915523 h 1614754"/>
              <a:gd name="connsiteX8" fmla="*/ 838390 w 3272369"/>
              <a:gd name="connsiteY8" fmla="*/ 1511044 h 1614754"/>
              <a:gd name="connsiteX9" fmla="*/ 830978 w 3272369"/>
              <a:gd name="connsiteY9" fmla="*/ 1614754 h 1614754"/>
              <a:gd name="connsiteX10" fmla="*/ 0 w 3272369"/>
              <a:gd name="connsiteY10" fmla="*/ 1614754 h 1614754"/>
              <a:gd name="connsiteX11" fmla="*/ 15445 w 3272369"/>
              <a:gd name="connsiteY11" fmla="*/ 1395681 h 1614754"/>
              <a:gd name="connsiteX12" fmla="*/ 894206 w 3272369"/>
              <a:gd name="connsiteY12" fmla="*/ 176329 h 1614754"/>
              <a:gd name="connsiteX13" fmla="*/ 1536457 w 3272369"/>
              <a:gd name="connsiteY13" fmla="*/ 3024 h 1614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72369" h="1614754">
                <a:moveTo>
                  <a:pt x="1536457" y="3024"/>
                </a:moveTo>
                <a:cubicBezTo>
                  <a:pt x="1903259" y="-19190"/>
                  <a:pt x="2273885" y="81112"/>
                  <a:pt x="2584149" y="299257"/>
                </a:cubicBezTo>
                <a:cubicBezTo>
                  <a:pt x="2961584" y="564629"/>
                  <a:pt x="3201969" y="970775"/>
                  <a:pt x="3260017" y="1412311"/>
                </a:cubicBezTo>
                <a:lnTo>
                  <a:pt x="3272369" y="1614754"/>
                </a:lnTo>
                <a:lnTo>
                  <a:pt x="2441804" y="1614754"/>
                </a:lnTo>
                <a:lnTo>
                  <a:pt x="2435959" y="1519472"/>
                </a:lnTo>
                <a:cubicBezTo>
                  <a:pt x="2407192" y="1303015"/>
                  <a:pt x="2287654" y="1104041"/>
                  <a:pt x="2100103" y="974756"/>
                </a:cubicBezTo>
                <a:cubicBezTo>
                  <a:pt x="1856903" y="807111"/>
                  <a:pt x="1539371" y="784346"/>
                  <a:pt x="1273901" y="915523"/>
                </a:cubicBezTo>
                <a:cubicBezTo>
                  <a:pt x="1035998" y="1033079"/>
                  <a:pt x="874937" y="1256888"/>
                  <a:pt x="838390" y="1511044"/>
                </a:cubicBezTo>
                <a:lnTo>
                  <a:pt x="830978" y="1614754"/>
                </a:lnTo>
                <a:lnTo>
                  <a:pt x="0" y="1614754"/>
                </a:lnTo>
                <a:lnTo>
                  <a:pt x="15445" y="1395681"/>
                </a:lnTo>
                <a:cubicBezTo>
                  <a:pt x="89124" y="876270"/>
                  <a:pt x="413862" y="418422"/>
                  <a:pt x="894206" y="176329"/>
                </a:cubicBezTo>
                <a:cubicBezTo>
                  <a:pt x="1097671" y="73784"/>
                  <a:pt x="1316376" y="16351"/>
                  <a:pt x="1536457" y="3024"/>
                </a:cubicBezTo>
                <a:close/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汉仪旗黑X1-55W" panose="00020600040101010101" pitchFamily="18" charset="-122"/>
            </a:endParaRPr>
          </a:p>
        </p:txBody>
      </p:sp>
      <p:sp>
        <p:nvSpPr>
          <p:cNvPr id="7" name="演示研究所 SlideLab.cc">
            <a:extLst>
              <a:ext uri="{FF2B5EF4-FFF2-40B4-BE49-F238E27FC236}">
                <a16:creationId xmlns:a16="http://schemas.microsoft.com/office/drawing/2014/main" id="{C6332F52-9DDC-FB13-81BE-2023FE15F2F5}"/>
              </a:ext>
            </a:extLst>
          </p:cNvPr>
          <p:cNvSpPr/>
          <p:nvPr/>
        </p:nvSpPr>
        <p:spPr>
          <a:xfrm>
            <a:off x="253322" y="284669"/>
            <a:ext cx="589869" cy="589869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X1-55W" panose="00020600040101010101" pitchFamily="18" charset="-122"/>
            </a:endParaRPr>
          </a:p>
        </p:txBody>
      </p:sp>
      <p:sp>
        <p:nvSpPr>
          <p:cNvPr id="9" name="演示研究所 SlideLab.cc">
            <a:extLst>
              <a:ext uri="{FF2B5EF4-FFF2-40B4-BE49-F238E27FC236}">
                <a16:creationId xmlns:a16="http://schemas.microsoft.com/office/drawing/2014/main" id="{EDC0F7B5-2971-C569-3028-4D8FF83EA6FD}"/>
              </a:ext>
            </a:extLst>
          </p:cNvPr>
          <p:cNvSpPr/>
          <p:nvPr/>
        </p:nvSpPr>
        <p:spPr>
          <a:xfrm rot="3058867">
            <a:off x="11058827" y="-401169"/>
            <a:ext cx="2266346" cy="2266346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X1-55W" panose="00020600040101010101" pitchFamily="18" charset="-122"/>
            </a:endParaRPr>
          </a:p>
        </p:txBody>
      </p:sp>
      <p:grpSp>
        <p:nvGrpSpPr>
          <p:cNvPr id="10" name="演示研究所 SlideLab.cc">
            <a:extLst>
              <a:ext uri="{FF2B5EF4-FFF2-40B4-BE49-F238E27FC236}">
                <a16:creationId xmlns:a16="http://schemas.microsoft.com/office/drawing/2014/main" id="{559CF195-FB96-69ED-457D-DB3181F85576}"/>
              </a:ext>
            </a:extLst>
          </p:cNvPr>
          <p:cNvGrpSpPr/>
          <p:nvPr/>
        </p:nvGrpSpPr>
        <p:grpSpPr>
          <a:xfrm rot="16200000" flipV="1">
            <a:off x="11254045" y="5920902"/>
            <a:ext cx="210022" cy="966615"/>
            <a:chOff x="1724433" y="1612606"/>
            <a:chExt cx="241950" cy="1113561"/>
          </a:xfrm>
          <a:solidFill>
            <a:schemeClr val="tx1">
              <a:lumMod val="50000"/>
              <a:lumOff val="50000"/>
            </a:schemeClr>
          </a:solidFill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8B56A38B-54D2-0148-CB47-2C0F3BF9BFC2}"/>
                </a:ext>
              </a:extLst>
            </p:cNvPr>
            <p:cNvGrpSpPr/>
            <p:nvPr/>
          </p:nvGrpSpPr>
          <p:grpSpPr>
            <a:xfrm>
              <a:off x="1898681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30" name="演示研究所 SlideLab.cc">
                <a:extLst>
                  <a:ext uri="{FF2B5EF4-FFF2-40B4-BE49-F238E27FC236}">
                    <a16:creationId xmlns:a16="http://schemas.microsoft.com/office/drawing/2014/main" id="{8E08EE61-4E3E-9D0B-6BE6-E0835B2CC76D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演示研究所 SlideLab.cc">
                <a:extLst>
                  <a:ext uri="{FF2B5EF4-FFF2-40B4-BE49-F238E27FC236}">
                    <a16:creationId xmlns:a16="http://schemas.microsoft.com/office/drawing/2014/main" id="{A6969A43-5B76-20EC-A59F-7334276ED807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演示研究所 SlideLab.cc">
                <a:extLst>
                  <a:ext uri="{FF2B5EF4-FFF2-40B4-BE49-F238E27FC236}">
                    <a16:creationId xmlns:a16="http://schemas.microsoft.com/office/drawing/2014/main" id="{F8B6534F-3E70-49BB-1B68-BE091982516F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演示研究所 SlideLab.cc">
                <a:extLst>
                  <a:ext uri="{FF2B5EF4-FFF2-40B4-BE49-F238E27FC236}">
                    <a16:creationId xmlns:a16="http://schemas.microsoft.com/office/drawing/2014/main" id="{C79FEB43-CB64-C1AC-2C72-FA56162457FD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演示研究所 SlideLab.cc">
                <a:extLst>
                  <a:ext uri="{FF2B5EF4-FFF2-40B4-BE49-F238E27FC236}">
                    <a16:creationId xmlns:a16="http://schemas.microsoft.com/office/drawing/2014/main" id="{F42F7BCE-ECE4-58DC-98CD-4327A81FCEF5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5" name="演示研究所 SlideLab.cc">
                <a:extLst>
                  <a:ext uri="{FF2B5EF4-FFF2-40B4-BE49-F238E27FC236}">
                    <a16:creationId xmlns:a16="http://schemas.microsoft.com/office/drawing/2014/main" id="{D22733D6-BE49-1BD8-7119-CC5638C480D5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演示研究所 SlideLab.cc">
                <a:extLst>
                  <a:ext uri="{FF2B5EF4-FFF2-40B4-BE49-F238E27FC236}">
                    <a16:creationId xmlns:a16="http://schemas.microsoft.com/office/drawing/2014/main" id="{69F3432B-92E6-9596-1EBF-51E67B73A6FD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演示研究所 SlideLab.cc">
                <a:extLst>
                  <a:ext uri="{FF2B5EF4-FFF2-40B4-BE49-F238E27FC236}">
                    <a16:creationId xmlns:a16="http://schemas.microsoft.com/office/drawing/2014/main" id="{6449973C-BA17-9C43-E90A-120FB4BADC2F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E07E3820-12B4-A51E-948C-65282ADF9A53}"/>
                </a:ext>
              </a:extLst>
            </p:cNvPr>
            <p:cNvGrpSpPr/>
            <p:nvPr/>
          </p:nvGrpSpPr>
          <p:grpSpPr>
            <a:xfrm>
              <a:off x="1724433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22" name="演示研究所 SlideLab.cc">
                <a:extLst>
                  <a:ext uri="{FF2B5EF4-FFF2-40B4-BE49-F238E27FC236}">
                    <a16:creationId xmlns:a16="http://schemas.microsoft.com/office/drawing/2014/main" id="{543B56EF-C9B2-55E5-545B-405AE2FADD34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演示研究所 SlideLab.cc">
                <a:extLst>
                  <a:ext uri="{FF2B5EF4-FFF2-40B4-BE49-F238E27FC236}">
                    <a16:creationId xmlns:a16="http://schemas.microsoft.com/office/drawing/2014/main" id="{DF0D5FC6-CBF7-E289-CBE7-43900EAB86B8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演示研究所 SlideLab.cc">
                <a:extLst>
                  <a:ext uri="{FF2B5EF4-FFF2-40B4-BE49-F238E27FC236}">
                    <a16:creationId xmlns:a16="http://schemas.microsoft.com/office/drawing/2014/main" id="{A9468859-AE67-4535-B284-D08D6E91CD4F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演示研究所 SlideLab.cc">
                <a:extLst>
                  <a:ext uri="{FF2B5EF4-FFF2-40B4-BE49-F238E27FC236}">
                    <a16:creationId xmlns:a16="http://schemas.microsoft.com/office/drawing/2014/main" id="{EB876204-D5DD-0BE7-9F91-8A82C8D48456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演示研究所 SlideLab.cc">
                <a:extLst>
                  <a:ext uri="{FF2B5EF4-FFF2-40B4-BE49-F238E27FC236}">
                    <a16:creationId xmlns:a16="http://schemas.microsoft.com/office/drawing/2014/main" id="{1AE940E6-8AFD-EC35-4B67-938D173ACFA4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演示研究所 SlideLab.cc">
                <a:extLst>
                  <a:ext uri="{FF2B5EF4-FFF2-40B4-BE49-F238E27FC236}">
                    <a16:creationId xmlns:a16="http://schemas.microsoft.com/office/drawing/2014/main" id="{B33C5069-144C-455B-B39C-69AFE91F1011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演示研究所 SlideLab.cc">
                <a:extLst>
                  <a:ext uri="{FF2B5EF4-FFF2-40B4-BE49-F238E27FC236}">
                    <a16:creationId xmlns:a16="http://schemas.microsoft.com/office/drawing/2014/main" id="{0F89A5D8-39CF-8A6A-02EA-CA02A355C9D7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" name="演示研究所 SlideLab.cc">
                <a:extLst>
                  <a:ext uri="{FF2B5EF4-FFF2-40B4-BE49-F238E27FC236}">
                    <a16:creationId xmlns:a16="http://schemas.microsoft.com/office/drawing/2014/main" id="{E04CAC9E-F1BB-0554-2F31-58E9C1B75CEB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9" name="演示研究所 SlideLab.cc">
            <a:extLst>
              <a:ext uri="{FF2B5EF4-FFF2-40B4-BE49-F238E27FC236}">
                <a16:creationId xmlns:a16="http://schemas.microsoft.com/office/drawing/2014/main" id="{A8B86E13-51F6-4B67-BDFA-71AEB382E02F}"/>
              </a:ext>
            </a:extLst>
          </p:cNvPr>
          <p:cNvSpPr/>
          <p:nvPr/>
        </p:nvSpPr>
        <p:spPr>
          <a:xfrm>
            <a:off x="0" y="2134748"/>
            <a:ext cx="6419607" cy="3303626"/>
          </a:xfrm>
          <a:custGeom>
            <a:avLst/>
            <a:gdLst>
              <a:gd name="connsiteX0" fmla="*/ 0 w 6419607"/>
              <a:gd name="connsiteY0" fmla="*/ 0 h 3303626"/>
              <a:gd name="connsiteX1" fmla="*/ 6419607 w 6419607"/>
              <a:gd name="connsiteY1" fmla="*/ 0 h 3303626"/>
              <a:gd name="connsiteX2" fmla="*/ 6419607 w 6419607"/>
              <a:gd name="connsiteY2" fmla="*/ 3303626 h 3303626"/>
              <a:gd name="connsiteX3" fmla="*/ 0 w 6419607"/>
              <a:gd name="connsiteY3" fmla="*/ 3303626 h 330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19607" h="3303626">
                <a:moveTo>
                  <a:pt x="0" y="0"/>
                </a:moveTo>
                <a:lnTo>
                  <a:pt x="6419607" y="0"/>
                </a:lnTo>
                <a:lnTo>
                  <a:pt x="6419607" y="3303626"/>
                </a:lnTo>
                <a:lnTo>
                  <a:pt x="0" y="3303626"/>
                </a:lnTo>
                <a:close/>
              </a:path>
            </a:pathLst>
          </a:custGeom>
          <a:blipFill>
            <a:blip r:embed="rId4"/>
            <a:srcRect/>
            <a:stretch>
              <a:fillRect t="-95740" b="-9574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5681CD1C-ABB3-E74D-809E-40FF292F637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617664" y="2134748"/>
            <a:ext cx="2688140" cy="15778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zh-CN" sz="2800" b="1">
                <a:solidFill>
                  <a:srgbClr val="FFFFFF"/>
                </a:solidFill>
              </a:rPr>
              <a:t>View daily tasks</a:t>
            </a:r>
            <a:endParaRPr lang="zh-CN" altLang="en-US" sz="2800" b="1">
              <a:solidFill>
                <a:srgbClr val="FFFFFF"/>
              </a:solidFill>
            </a:endParaRPr>
          </a:p>
        </p:txBody>
      </p:sp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180665F2-60BB-D743-A38F-6B80C372428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503861" y="2134748"/>
            <a:ext cx="2688140" cy="15778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zh-CN" sz="2800" b="1">
                <a:solidFill>
                  <a:srgbClr val="FFFFFF"/>
                </a:solidFill>
              </a:rPr>
              <a:t>Import via PDF</a:t>
            </a:r>
            <a:endParaRPr lang="zh-CN" altLang="en-US" sz="2800" b="1">
              <a:solidFill>
                <a:srgbClr val="FFFFFF"/>
              </a:solidFill>
            </a:endParaRPr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ADE0E54E-8AA6-7D44-A684-E52D10967500}"/>
              </a:ext>
            </a:extLst>
          </p:cNvPr>
          <p:cNvSpPr txBox="1"/>
          <p:nvPr/>
        </p:nvSpPr>
        <p:spPr>
          <a:xfrm>
            <a:off x="6764492" y="4087290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0F19902A-DB23-3743-BD17-4D01CB5E00A4}"/>
              </a:ext>
            </a:extLst>
          </p:cNvPr>
          <p:cNvSpPr txBox="1"/>
          <p:nvPr/>
        </p:nvSpPr>
        <p:spPr>
          <a:xfrm>
            <a:off x="6901471" y="4548955"/>
            <a:ext cx="2159402" cy="70365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/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</a:t>
            </a:r>
          </a:p>
        </p:txBody>
      </p:sp>
      <p:sp>
        <p:nvSpPr>
          <p:cNvPr id="17" name="演示研究所 SlideLab.cc">
            <a:extLst>
              <a:ext uri="{FF2B5EF4-FFF2-40B4-BE49-F238E27FC236}">
                <a16:creationId xmlns:a16="http://schemas.microsoft.com/office/drawing/2014/main" id="{6CBCBBB7-8F05-C74B-A65E-B17086555544}"/>
              </a:ext>
            </a:extLst>
          </p:cNvPr>
          <p:cNvSpPr txBox="1"/>
          <p:nvPr/>
        </p:nvSpPr>
        <p:spPr>
          <a:xfrm>
            <a:off x="9692138" y="4083951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18" name="演示研究所 SlideLab.cc">
            <a:extLst>
              <a:ext uri="{FF2B5EF4-FFF2-40B4-BE49-F238E27FC236}">
                <a16:creationId xmlns:a16="http://schemas.microsoft.com/office/drawing/2014/main" id="{17970E3C-7E74-3F4A-8E23-D5A71DBA0397}"/>
              </a:ext>
            </a:extLst>
          </p:cNvPr>
          <p:cNvSpPr txBox="1"/>
          <p:nvPr/>
        </p:nvSpPr>
        <p:spPr>
          <a:xfrm>
            <a:off x="9829117" y="4545616"/>
            <a:ext cx="2159402" cy="70365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/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</a:t>
            </a:r>
          </a:p>
        </p:txBody>
      </p:sp>
    </p:spTree>
    <p:extLst>
      <p:ext uri="{BB962C8B-B14F-4D97-AF65-F5344CB8AC3E}">
        <p14:creationId xmlns:p14="http://schemas.microsoft.com/office/powerpoint/2010/main" val="1273741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039D1A4D-F03A-631B-5FB7-4A8B1DE76FC8}"/>
              </a:ext>
            </a:extLst>
          </p:cNvPr>
          <p:cNvSpPr/>
          <p:nvPr/>
        </p:nvSpPr>
        <p:spPr>
          <a:xfrm>
            <a:off x="6433173" y="1415846"/>
            <a:ext cx="5788973" cy="5442155"/>
          </a:xfrm>
          <a:custGeom>
            <a:avLst/>
            <a:gdLst>
              <a:gd name="connsiteX0" fmla="*/ 3004191 w 5788973"/>
              <a:gd name="connsiteY0" fmla="*/ 0 h 5442155"/>
              <a:gd name="connsiteX1" fmla="*/ 5772297 w 5788973"/>
              <a:gd name="connsiteY1" fmla="*/ 1834825 h 5442155"/>
              <a:gd name="connsiteX2" fmla="*/ 5788973 w 5788973"/>
              <a:gd name="connsiteY2" fmla="*/ 1880387 h 5442155"/>
              <a:gd name="connsiteX3" fmla="*/ 5788973 w 5788973"/>
              <a:gd name="connsiteY3" fmla="*/ 4127998 h 5442155"/>
              <a:gd name="connsiteX4" fmla="*/ 5772297 w 5788973"/>
              <a:gd name="connsiteY4" fmla="*/ 4173559 h 5442155"/>
              <a:gd name="connsiteX5" fmla="*/ 4915134 w 5788973"/>
              <a:gd name="connsiteY5" fmla="*/ 5322373 h 5442155"/>
              <a:gd name="connsiteX6" fmla="*/ 4754951 w 5788973"/>
              <a:gd name="connsiteY6" fmla="*/ 5442155 h 5442155"/>
              <a:gd name="connsiteX7" fmla="*/ 1253430 w 5788973"/>
              <a:gd name="connsiteY7" fmla="*/ 5442155 h 5442155"/>
              <a:gd name="connsiteX8" fmla="*/ 1093246 w 5788973"/>
              <a:gd name="connsiteY8" fmla="*/ 5322373 h 5442155"/>
              <a:gd name="connsiteX9" fmla="*/ 0 w 5788973"/>
              <a:gd name="connsiteY9" fmla="*/ 3004192 h 5442155"/>
              <a:gd name="connsiteX10" fmla="*/ 3004191 w 5788973"/>
              <a:gd name="connsiteY10" fmla="*/ 0 h 5442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788973" h="5442155">
                <a:moveTo>
                  <a:pt x="3004191" y="0"/>
                </a:moveTo>
                <a:cubicBezTo>
                  <a:pt x="4248567" y="0"/>
                  <a:pt x="5316236" y="756576"/>
                  <a:pt x="5772297" y="1834825"/>
                </a:cubicBezTo>
                <a:lnTo>
                  <a:pt x="5788973" y="1880387"/>
                </a:lnTo>
                <a:lnTo>
                  <a:pt x="5788973" y="4127998"/>
                </a:lnTo>
                <a:lnTo>
                  <a:pt x="5772297" y="4173559"/>
                </a:lnTo>
                <a:cubicBezTo>
                  <a:pt x="5582271" y="4622829"/>
                  <a:pt x="5286064" y="5016254"/>
                  <a:pt x="4915134" y="5322373"/>
                </a:cubicBezTo>
                <a:lnTo>
                  <a:pt x="4754951" y="5442155"/>
                </a:lnTo>
                <a:lnTo>
                  <a:pt x="1253430" y="5442155"/>
                </a:lnTo>
                <a:lnTo>
                  <a:pt x="1093246" y="5322373"/>
                </a:lnTo>
                <a:cubicBezTo>
                  <a:pt x="425573" y="4771359"/>
                  <a:pt x="0" y="3937475"/>
                  <a:pt x="0" y="3004192"/>
                </a:cubicBezTo>
                <a:cubicBezTo>
                  <a:pt x="0" y="1345023"/>
                  <a:pt x="1345022" y="0"/>
                  <a:pt x="3004191" y="0"/>
                </a:cubicBezTo>
                <a:close/>
              </a:path>
            </a:pathLst>
          </a:custGeom>
          <a:blipFill>
            <a:blip r:embed="rId2">
              <a:grayscl/>
            </a:blip>
            <a:srcRect/>
            <a:stretch>
              <a:fillRect t="-29779" b="-2977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759FB121-3DF9-6FDE-A11A-9ACDF0F5F364}"/>
              </a:ext>
            </a:extLst>
          </p:cNvPr>
          <p:cNvSpPr txBox="1"/>
          <p:nvPr/>
        </p:nvSpPr>
        <p:spPr>
          <a:xfrm>
            <a:off x="449915" y="3231671"/>
            <a:ext cx="5273863" cy="96308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r>
              <a:rPr lang="en-US" altLang="zh-CN" sz="3600" b="1" dirty="0"/>
              <a:t>External Technologies Used</a:t>
            </a:r>
            <a:endParaRPr lang="zh-CN" altLang="en-US" sz="36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演示研究所 SlideLab.cc">
            <a:extLst>
              <a:ext uri="{FF2B5EF4-FFF2-40B4-BE49-F238E27FC236}">
                <a16:creationId xmlns:a16="http://schemas.microsoft.com/office/drawing/2014/main" id="{683C7966-D56F-ED25-DB81-4F51576FC650}"/>
              </a:ext>
            </a:extLst>
          </p:cNvPr>
          <p:cNvSpPr/>
          <p:nvPr/>
        </p:nvSpPr>
        <p:spPr>
          <a:xfrm rot="900000" flipH="1">
            <a:off x="-142717" y="5545838"/>
            <a:ext cx="2594960" cy="1335455"/>
          </a:xfrm>
          <a:custGeom>
            <a:avLst/>
            <a:gdLst>
              <a:gd name="connsiteX0" fmla="*/ 2134967 w 2594960"/>
              <a:gd name="connsiteY0" fmla="*/ 75723 h 1335455"/>
              <a:gd name="connsiteX1" fmla="*/ 1594889 w 2594960"/>
              <a:gd name="connsiteY1" fmla="*/ 92 h 1335455"/>
              <a:gd name="connsiteX2" fmla="*/ 48690 w 2594960"/>
              <a:gd name="connsiteY2" fmla="*/ 884306 h 1335455"/>
              <a:gd name="connsiteX3" fmla="*/ 0 w 2594960"/>
              <a:gd name="connsiteY3" fmla="*/ 980144 h 1335455"/>
              <a:gd name="connsiteX4" fmla="*/ 991435 w 2594960"/>
              <a:gd name="connsiteY4" fmla="*/ 1245798 h 1335455"/>
              <a:gd name="connsiteX5" fmla="*/ 1034729 w 2594960"/>
              <a:gd name="connsiteY5" fmla="*/ 1195342 h 1335455"/>
              <a:gd name="connsiteX6" fmla="*/ 1604537 w 2594960"/>
              <a:gd name="connsiteY6" fmla="*/ 970194 h 1335455"/>
              <a:gd name="connsiteX7" fmla="*/ 2250995 w 2594960"/>
              <a:gd name="connsiteY7" fmla="*/ 1255809 h 1335455"/>
              <a:gd name="connsiteX8" fmla="*/ 2314061 w 2594960"/>
              <a:gd name="connsiteY8" fmla="*/ 1335455 h 1335455"/>
              <a:gd name="connsiteX9" fmla="*/ 2594960 w 2594960"/>
              <a:gd name="connsiteY9" fmla="*/ 287125 h 1335455"/>
              <a:gd name="connsiteX10" fmla="*/ 2500448 w 2594960"/>
              <a:gd name="connsiteY10" fmla="*/ 229897 h 1335455"/>
              <a:gd name="connsiteX11" fmla="*/ 2134967 w 2594960"/>
              <a:gd name="connsiteY11" fmla="*/ 75723 h 1335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94960" h="1335455">
                <a:moveTo>
                  <a:pt x="2134967" y="75723"/>
                </a:moveTo>
                <a:cubicBezTo>
                  <a:pt x="1963965" y="24766"/>
                  <a:pt x="1782568" y="-1775"/>
                  <a:pt x="1594889" y="92"/>
                </a:cubicBezTo>
                <a:cubicBezTo>
                  <a:pt x="938011" y="6625"/>
                  <a:pt x="365009" y="359541"/>
                  <a:pt x="48690" y="884306"/>
                </a:cubicBezTo>
                <a:lnTo>
                  <a:pt x="0" y="980144"/>
                </a:lnTo>
                <a:lnTo>
                  <a:pt x="991435" y="1245798"/>
                </a:lnTo>
                <a:lnTo>
                  <a:pt x="1034729" y="1195342"/>
                </a:lnTo>
                <a:cubicBezTo>
                  <a:pt x="1184947" y="1057363"/>
                  <a:pt x="1384718" y="972380"/>
                  <a:pt x="1604537" y="970194"/>
                </a:cubicBezTo>
                <a:cubicBezTo>
                  <a:pt x="1860993" y="967643"/>
                  <a:pt x="2092408" y="1078308"/>
                  <a:pt x="2250995" y="1255809"/>
                </a:cubicBezTo>
                <a:lnTo>
                  <a:pt x="2314061" y="1335455"/>
                </a:lnTo>
                <a:lnTo>
                  <a:pt x="2594960" y="287125"/>
                </a:lnTo>
                <a:lnTo>
                  <a:pt x="2500448" y="229897"/>
                </a:lnTo>
                <a:cubicBezTo>
                  <a:pt x="2385624" y="165893"/>
                  <a:pt x="2263218" y="113941"/>
                  <a:pt x="2134967" y="75723"/>
                </a:cubicBezTo>
                <a:close/>
              </a:path>
            </a:pathLst>
          </a:custGeom>
          <a:solidFill>
            <a:schemeClr val="accent2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汉仪旗黑X1-55W" panose="00020600040101010101" pitchFamily="18" charset="-122"/>
            </a:endParaRPr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A9A3A7C1-EE36-E0A6-F5D9-635648C57BF5}"/>
              </a:ext>
            </a:extLst>
          </p:cNvPr>
          <p:cNvSpPr/>
          <p:nvPr/>
        </p:nvSpPr>
        <p:spPr>
          <a:xfrm>
            <a:off x="-23848" y="-49083"/>
            <a:ext cx="5577795" cy="1598483"/>
          </a:xfrm>
          <a:custGeom>
            <a:avLst/>
            <a:gdLst>
              <a:gd name="connsiteX0" fmla="*/ 0 w 5577795"/>
              <a:gd name="connsiteY0" fmla="*/ 0 h 3134032"/>
              <a:gd name="connsiteX1" fmla="*/ 5577795 w 5577795"/>
              <a:gd name="connsiteY1" fmla="*/ 0 h 3134032"/>
              <a:gd name="connsiteX2" fmla="*/ 5527662 w 5577795"/>
              <a:gd name="connsiteY2" fmla="*/ 121494 h 3134032"/>
              <a:gd name="connsiteX3" fmla="*/ 268477 w 5577795"/>
              <a:gd name="connsiteY3" fmla="*/ 3134032 h 3134032"/>
              <a:gd name="connsiteX4" fmla="*/ 0 w 5577795"/>
              <a:gd name="connsiteY4" fmla="*/ 3128466 h 3134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7795" h="3134032">
                <a:moveTo>
                  <a:pt x="0" y="0"/>
                </a:moveTo>
                <a:lnTo>
                  <a:pt x="5577795" y="0"/>
                </a:lnTo>
                <a:lnTo>
                  <a:pt x="5527662" y="121494"/>
                </a:lnTo>
                <a:cubicBezTo>
                  <a:pt x="4742695" y="1879446"/>
                  <a:pt x="2684259" y="3134032"/>
                  <a:pt x="268477" y="3134032"/>
                </a:cubicBezTo>
                <a:lnTo>
                  <a:pt x="0" y="3128466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43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6" name="演示研究所 SlideLab.cc">
            <a:extLst>
              <a:ext uri="{FF2B5EF4-FFF2-40B4-BE49-F238E27FC236}">
                <a16:creationId xmlns:a16="http://schemas.microsoft.com/office/drawing/2014/main" id="{C67D57E6-512F-83C2-73F3-D338B224E1A5}"/>
              </a:ext>
            </a:extLst>
          </p:cNvPr>
          <p:cNvGrpSpPr/>
          <p:nvPr/>
        </p:nvGrpSpPr>
        <p:grpSpPr>
          <a:xfrm rot="16200000" flipV="1">
            <a:off x="4939196" y="5540231"/>
            <a:ext cx="292598" cy="1346667"/>
            <a:chOff x="1724433" y="1612606"/>
            <a:chExt cx="241950" cy="1113561"/>
          </a:xfrm>
          <a:solidFill>
            <a:schemeClr val="tx1">
              <a:lumMod val="50000"/>
              <a:lumOff val="50000"/>
            </a:schemeClr>
          </a:solidFill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838BFD85-EE82-F211-2734-E5E3513D63C8}"/>
                </a:ext>
              </a:extLst>
            </p:cNvPr>
            <p:cNvGrpSpPr/>
            <p:nvPr/>
          </p:nvGrpSpPr>
          <p:grpSpPr>
            <a:xfrm>
              <a:off x="1898681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27" name="演示研究所 SlideLab.cc">
                <a:extLst>
                  <a:ext uri="{FF2B5EF4-FFF2-40B4-BE49-F238E27FC236}">
                    <a16:creationId xmlns:a16="http://schemas.microsoft.com/office/drawing/2014/main" id="{FF655647-8257-1AF4-1FE9-BEF954A113A0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演示研究所 SlideLab.cc">
                <a:extLst>
                  <a:ext uri="{FF2B5EF4-FFF2-40B4-BE49-F238E27FC236}">
                    <a16:creationId xmlns:a16="http://schemas.microsoft.com/office/drawing/2014/main" id="{0F42B379-BAE7-0880-068A-E65CC2F43207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演示研究所 SlideLab.cc">
                <a:extLst>
                  <a:ext uri="{FF2B5EF4-FFF2-40B4-BE49-F238E27FC236}">
                    <a16:creationId xmlns:a16="http://schemas.microsoft.com/office/drawing/2014/main" id="{63506BB8-7810-D7FD-D0A4-83BAD3C062BD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演示研究所 SlideLab.cc">
                <a:extLst>
                  <a:ext uri="{FF2B5EF4-FFF2-40B4-BE49-F238E27FC236}">
                    <a16:creationId xmlns:a16="http://schemas.microsoft.com/office/drawing/2014/main" id="{84A5AC0E-D2F4-CEC0-F097-F095AA8F9698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演示研究所 SlideLab.cc">
                <a:extLst>
                  <a:ext uri="{FF2B5EF4-FFF2-40B4-BE49-F238E27FC236}">
                    <a16:creationId xmlns:a16="http://schemas.microsoft.com/office/drawing/2014/main" id="{FE28FCA5-7F09-A7F7-D06F-3CD7E7817CF9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" name="演示研究所 SlideLab.cc">
                <a:extLst>
                  <a:ext uri="{FF2B5EF4-FFF2-40B4-BE49-F238E27FC236}">
                    <a16:creationId xmlns:a16="http://schemas.microsoft.com/office/drawing/2014/main" id="{D3629ED2-EA96-176B-7824-9F22C420CD94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演示研究所 SlideLab.cc">
                <a:extLst>
                  <a:ext uri="{FF2B5EF4-FFF2-40B4-BE49-F238E27FC236}">
                    <a16:creationId xmlns:a16="http://schemas.microsoft.com/office/drawing/2014/main" id="{6027B00A-AEC2-6216-61C1-89525B2F65A5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演示研究所 SlideLab.cc">
                <a:extLst>
                  <a:ext uri="{FF2B5EF4-FFF2-40B4-BE49-F238E27FC236}">
                    <a16:creationId xmlns:a16="http://schemas.microsoft.com/office/drawing/2014/main" id="{18483ACE-2810-58E1-867A-B65C1F99C5D9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51F2557F-A127-893D-EA63-88599F34CCDB}"/>
                </a:ext>
              </a:extLst>
            </p:cNvPr>
            <p:cNvGrpSpPr/>
            <p:nvPr/>
          </p:nvGrpSpPr>
          <p:grpSpPr>
            <a:xfrm>
              <a:off x="1724433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19" name="演示研究所 SlideLab.cc">
                <a:extLst>
                  <a:ext uri="{FF2B5EF4-FFF2-40B4-BE49-F238E27FC236}">
                    <a16:creationId xmlns:a16="http://schemas.microsoft.com/office/drawing/2014/main" id="{F1812F47-608B-C769-3214-C65BAA8FBA21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演示研究所 SlideLab.cc">
                <a:extLst>
                  <a:ext uri="{FF2B5EF4-FFF2-40B4-BE49-F238E27FC236}">
                    <a16:creationId xmlns:a16="http://schemas.microsoft.com/office/drawing/2014/main" id="{A709F6BC-9955-7F63-5FFA-02ECA32CA722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演示研究所 SlideLab.cc">
                <a:extLst>
                  <a:ext uri="{FF2B5EF4-FFF2-40B4-BE49-F238E27FC236}">
                    <a16:creationId xmlns:a16="http://schemas.microsoft.com/office/drawing/2014/main" id="{4A42D670-83FB-FA42-D330-AE8A1A03F89C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演示研究所 SlideLab.cc">
                <a:extLst>
                  <a:ext uri="{FF2B5EF4-FFF2-40B4-BE49-F238E27FC236}">
                    <a16:creationId xmlns:a16="http://schemas.microsoft.com/office/drawing/2014/main" id="{C88EDAD3-6C00-0D88-82AA-3C9D245DF25B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演示研究所 SlideLab.cc">
                <a:extLst>
                  <a:ext uri="{FF2B5EF4-FFF2-40B4-BE49-F238E27FC236}">
                    <a16:creationId xmlns:a16="http://schemas.microsoft.com/office/drawing/2014/main" id="{563C796B-0015-C51F-F03D-5C0208C670FB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演示研究所 SlideLab.cc">
                <a:extLst>
                  <a:ext uri="{FF2B5EF4-FFF2-40B4-BE49-F238E27FC236}">
                    <a16:creationId xmlns:a16="http://schemas.microsoft.com/office/drawing/2014/main" id="{B895D8A5-9171-6A77-FDDC-50AE027BE6DE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演示研究所 SlideLab.cc">
                <a:extLst>
                  <a:ext uri="{FF2B5EF4-FFF2-40B4-BE49-F238E27FC236}">
                    <a16:creationId xmlns:a16="http://schemas.microsoft.com/office/drawing/2014/main" id="{FBAC8B00-4AA9-4375-D536-5FCA66947C61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" name="演示研究所 SlideLab.cc">
                <a:extLst>
                  <a:ext uri="{FF2B5EF4-FFF2-40B4-BE49-F238E27FC236}">
                    <a16:creationId xmlns:a16="http://schemas.microsoft.com/office/drawing/2014/main" id="{FC47AA73-E63A-402B-DC0C-E036B0A0310E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6" name="演示研究所 SlideLab.cc">
            <a:extLst>
              <a:ext uri="{FF2B5EF4-FFF2-40B4-BE49-F238E27FC236}">
                <a16:creationId xmlns:a16="http://schemas.microsoft.com/office/drawing/2014/main" id="{8CCD371D-48A4-BAE2-0461-300D345A5C97}"/>
              </a:ext>
            </a:extLst>
          </p:cNvPr>
          <p:cNvSpPr/>
          <p:nvPr/>
        </p:nvSpPr>
        <p:spPr>
          <a:xfrm>
            <a:off x="5971788" y="823960"/>
            <a:ext cx="1183770" cy="118377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X1-55W" panose="00020600040101010101" pitchFamily="18" charset="-122"/>
            </a:endParaRPr>
          </a:p>
        </p:txBody>
      </p:sp>
      <p:sp>
        <p:nvSpPr>
          <p:cNvPr id="38" name="演示研究所 SlideLab.cc">
            <a:extLst>
              <a:ext uri="{FF2B5EF4-FFF2-40B4-BE49-F238E27FC236}">
                <a16:creationId xmlns:a16="http://schemas.microsoft.com/office/drawing/2014/main" id="{C27EA120-A89D-6BDC-F61B-EA9E090726A7}"/>
              </a:ext>
            </a:extLst>
          </p:cNvPr>
          <p:cNvSpPr txBox="1"/>
          <p:nvPr/>
        </p:nvSpPr>
        <p:spPr>
          <a:xfrm>
            <a:off x="-1963334" y="1834203"/>
            <a:ext cx="769796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8800" dirty="0">
                <a:gradFill>
                  <a:gsLst>
                    <a:gs pos="0">
                      <a:schemeClr val="accent1">
                        <a:alpha val="64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2160000" scaled="0"/>
                </a:gradFill>
                <a:latin typeface="MiSans" pitchFamily="2" charset="-122"/>
                <a:ea typeface="MiSans" pitchFamily="2" charset="-122"/>
              </a:rPr>
              <a:t>Part Two</a:t>
            </a:r>
            <a:endParaRPr lang="zh-CN" altLang="en-US" sz="8800" dirty="0">
              <a:gradFill>
                <a:gsLst>
                  <a:gs pos="0">
                    <a:schemeClr val="accent1">
                      <a:alpha val="64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2160000" scaled="0"/>
              </a:gradFill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40" name="演示研究所 SlideLab.cc">
            <a:extLst>
              <a:ext uri="{FF2B5EF4-FFF2-40B4-BE49-F238E27FC236}">
                <a16:creationId xmlns:a16="http://schemas.microsoft.com/office/drawing/2014/main" id="{5F9CFD6F-C4E5-FEE7-6E2C-5CDCF10F668D}"/>
              </a:ext>
            </a:extLst>
          </p:cNvPr>
          <p:cNvSpPr/>
          <p:nvPr/>
        </p:nvSpPr>
        <p:spPr>
          <a:xfrm rot="15334232">
            <a:off x="10433259" y="433318"/>
            <a:ext cx="2291071" cy="1187327"/>
          </a:xfrm>
          <a:custGeom>
            <a:avLst/>
            <a:gdLst>
              <a:gd name="connsiteX0" fmla="*/ 2218490 w 2736779"/>
              <a:gd name="connsiteY0" fmla="*/ 75723 h 1418311"/>
              <a:gd name="connsiteX1" fmla="*/ 2696204 w 2736779"/>
              <a:gd name="connsiteY1" fmla="*/ 297855 h 1418311"/>
              <a:gd name="connsiteX2" fmla="*/ 2736779 w 2736779"/>
              <a:gd name="connsiteY2" fmla="*/ 327316 h 1418311"/>
              <a:gd name="connsiteX3" fmla="*/ 2444448 w 2736779"/>
              <a:gd name="connsiteY3" fmla="*/ 1418311 h 1418311"/>
              <a:gd name="connsiteX4" fmla="*/ 2397887 w 2736779"/>
              <a:gd name="connsiteY4" fmla="*/ 1335837 h 1418311"/>
              <a:gd name="connsiteX5" fmla="*/ 1688060 w 2736779"/>
              <a:gd name="connsiteY5" fmla="*/ 970194 h 1418311"/>
              <a:gd name="connsiteX6" fmla="*/ 985646 w 2736779"/>
              <a:gd name="connsiteY6" fmla="*/ 1349883 h 1418311"/>
              <a:gd name="connsiteX7" fmla="*/ 953242 w 2736779"/>
              <a:gd name="connsiteY7" fmla="*/ 1410047 h 1418311"/>
              <a:gd name="connsiteX8" fmla="*/ 0 w 2736779"/>
              <a:gd name="connsiteY8" fmla="*/ 1154627 h 1418311"/>
              <a:gd name="connsiteX9" fmla="*/ 12867 w 2736779"/>
              <a:gd name="connsiteY9" fmla="*/ 1119218 h 1418311"/>
              <a:gd name="connsiteX10" fmla="*/ 1678412 w 2736779"/>
              <a:gd name="connsiteY10" fmla="*/ 92 h 1418311"/>
              <a:gd name="connsiteX11" fmla="*/ 2218490 w 2736779"/>
              <a:gd name="connsiteY11" fmla="*/ 75723 h 1418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6779" h="1418311">
                <a:moveTo>
                  <a:pt x="2218490" y="75723"/>
                </a:moveTo>
                <a:cubicBezTo>
                  <a:pt x="2389492" y="126680"/>
                  <a:pt x="2550101" y="202054"/>
                  <a:pt x="2696204" y="297855"/>
                </a:cubicBezTo>
                <a:lnTo>
                  <a:pt x="2736779" y="327316"/>
                </a:lnTo>
                <a:lnTo>
                  <a:pt x="2444448" y="1418311"/>
                </a:lnTo>
                <a:lnTo>
                  <a:pt x="2397887" y="1335837"/>
                </a:lnTo>
                <a:cubicBezTo>
                  <a:pt x="2241538" y="1112237"/>
                  <a:pt x="1981153" y="967279"/>
                  <a:pt x="1688060" y="970194"/>
                </a:cubicBezTo>
                <a:cubicBezTo>
                  <a:pt x="1394968" y="973109"/>
                  <a:pt x="1137517" y="1123217"/>
                  <a:pt x="985646" y="1349883"/>
                </a:cubicBezTo>
                <a:lnTo>
                  <a:pt x="953242" y="1410047"/>
                </a:lnTo>
                <a:lnTo>
                  <a:pt x="0" y="1154627"/>
                </a:lnTo>
                <a:lnTo>
                  <a:pt x="12867" y="1119218"/>
                </a:lnTo>
                <a:cubicBezTo>
                  <a:pt x="286529" y="467443"/>
                  <a:pt x="927694" y="7559"/>
                  <a:pt x="1678412" y="92"/>
                </a:cubicBezTo>
                <a:cubicBezTo>
                  <a:pt x="1866091" y="-1775"/>
                  <a:pt x="2047488" y="24766"/>
                  <a:pt x="2218490" y="75723"/>
                </a:cubicBezTo>
                <a:close/>
              </a:path>
            </a:pathLst>
          </a:custGeom>
          <a:solidFill>
            <a:schemeClr val="accent2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汉仪旗黑X1-55W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5651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演示研究所 SlideLab.cc">
            <a:extLst>
              <a:ext uri="{FF2B5EF4-FFF2-40B4-BE49-F238E27FC236}">
                <a16:creationId xmlns:a16="http://schemas.microsoft.com/office/drawing/2014/main" id="{0B2EDCC8-92A6-3E0B-0A8C-9067C4C44093}"/>
              </a:ext>
            </a:extLst>
          </p:cNvPr>
          <p:cNvSpPr/>
          <p:nvPr/>
        </p:nvSpPr>
        <p:spPr>
          <a:xfrm>
            <a:off x="485" y="6167293"/>
            <a:ext cx="1385864" cy="683856"/>
          </a:xfrm>
          <a:custGeom>
            <a:avLst/>
            <a:gdLst>
              <a:gd name="connsiteX0" fmla="*/ 1536457 w 3272369"/>
              <a:gd name="connsiteY0" fmla="*/ 3024 h 1614754"/>
              <a:gd name="connsiteX1" fmla="*/ 2584149 w 3272369"/>
              <a:gd name="connsiteY1" fmla="*/ 299257 h 1614754"/>
              <a:gd name="connsiteX2" fmla="*/ 3260017 w 3272369"/>
              <a:gd name="connsiteY2" fmla="*/ 1412311 h 1614754"/>
              <a:gd name="connsiteX3" fmla="*/ 3272369 w 3272369"/>
              <a:gd name="connsiteY3" fmla="*/ 1614754 h 1614754"/>
              <a:gd name="connsiteX4" fmla="*/ 2441804 w 3272369"/>
              <a:gd name="connsiteY4" fmla="*/ 1614754 h 1614754"/>
              <a:gd name="connsiteX5" fmla="*/ 2435959 w 3272369"/>
              <a:gd name="connsiteY5" fmla="*/ 1519472 h 1614754"/>
              <a:gd name="connsiteX6" fmla="*/ 2100103 w 3272369"/>
              <a:gd name="connsiteY6" fmla="*/ 974756 h 1614754"/>
              <a:gd name="connsiteX7" fmla="*/ 1273901 w 3272369"/>
              <a:gd name="connsiteY7" fmla="*/ 915523 h 1614754"/>
              <a:gd name="connsiteX8" fmla="*/ 838390 w 3272369"/>
              <a:gd name="connsiteY8" fmla="*/ 1511044 h 1614754"/>
              <a:gd name="connsiteX9" fmla="*/ 830978 w 3272369"/>
              <a:gd name="connsiteY9" fmla="*/ 1614754 h 1614754"/>
              <a:gd name="connsiteX10" fmla="*/ 0 w 3272369"/>
              <a:gd name="connsiteY10" fmla="*/ 1614754 h 1614754"/>
              <a:gd name="connsiteX11" fmla="*/ 15445 w 3272369"/>
              <a:gd name="connsiteY11" fmla="*/ 1395681 h 1614754"/>
              <a:gd name="connsiteX12" fmla="*/ 894206 w 3272369"/>
              <a:gd name="connsiteY12" fmla="*/ 176329 h 1614754"/>
              <a:gd name="connsiteX13" fmla="*/ 1536457 w 3272369"/>
              <a:gd name="connsiteY13" fmla="*/ 3024 h 1614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72369" h="1614754">
                <a:moveTo>
                  <a:pt x="1536457" y="3024"/>
                </a:moveTo>
                <a:cubicBezTo>
                  <a:pt x="1903259" y="-19190"/>
                  <a:pt x="2273885" y="81112"/>
                  <a:pt x="2584149" y="299257"/>
                </a:cubicBezTo>
                <a:cubicBezTo>
                  <a:pt x="2961584" y="564629"/>
                  <a:pt x="3201969" y="970775"/>
                  <a:pt x="3260017" y="1412311"/>
                </a:cubicBezTo>
                <a:lnTo>
                  <a:pt x="3272369" y="1614754"/>
                </a:lnTo>
                <a:lnTo>
                  <a:pt x="2441804" y="1614754"/>
                </a:lnTo>
                <a:lnTo>
                  <a:pt x="2435959" y="1519472"/>
                </a:lnTo>
                <a:cubicBezTo>
                  <a:pt x="2407192" y="1303015"/>
                  <a:pt x="2287654" y="1104041"/>
                  <a:pt x="2100103" y="974756"/>
                </a:cubicBezTo>
                <a:cubicBezTo>
                  <a:pt x="1856903" y="807111"/>
                  <a:pt x="1539371" y="784346"/>
                  <a:pt x="1273901" y="915523"/>
                </a:cubicBezTo>
                <a:cubicBezTo>
                  <a:pt x="1035998" y="1033079"/>
                  <a:pt x="874937" y="1256888"/>
                  <a:pt x="838390" y="1511044"/>
                </a:cubicBezTo>
                <a:lnTo>
                  <a:pt x="830978" y="1614754"/>
                </a:lnTo>
                <a:lnTo>
                  <a:pt x="0" y="1614754"/>
                </a:lnTo>
                <a:lnTo>
                  <a:pt x="15445" y="1395681"/>
                </a:lnTo>
                <a:cubicBezTo>
                  <a:pt x="89124" y="876270"/>
                  <a:pt x="413862" y="418422"/>
                  <a:pt x="894206" y="176329"/>
                </a:cubicBezTo>
                <a:cubicBezTo>
                  <a:pt x="1097671" y="73784"/>
                  <a:pt x="1316376" y="16351"/>
                  <a:pt x="1536457" y="3024"/>
                </a:cubicBezTo>
                <a:close/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汉仪旗黑X1-55W" panose="00020600040101010101" pitchFamily="18" charset="-122"/>
            </a:endParaRPr>
          </a:p>
        </p:txBody>
      </p:sp>
      <p:sp>
        <p:nvSpPr>
          <p:cNvPr id="28" name="演示研究所 SlideLab.cc">
            <a:extLst>
              <a:ext uri="{FF2B5EF4-FFF2-40B4-BE49-F238E27FC236}">
                <a16:creationId xmlns:a16="http://schemas.microsoft.com/office/drawing/2014/main" id="{D6854726-9BB5-C330-C1A0-79E993E2E1B9}"/>
              </a:ext>
            </a:extLst>
          </p:cNvPr>
          <p:cNvSpPr/>
          <p:nvPr/>
        </p:nvSpPr>
        <p:spPr>
          <a:xfrm>
            <a:off x="253322" y="284669"/>
            <a:ext cx="589869" cy="589869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X1-55W" panose="00020600040101010101" pitchFamily="18" charset="-122"/>
            </a:endParaRPr>
          </a:p>
        </p:txBody>
      </p:sp>
      <p:sp>
        <p:nvSpPr>
          <p:cNvPr id="29" name="演示研究所 SlideLab.cc">
            <a:extLst>
              <a:ext uri="{FF2B5EF4-FFF2-40B4-BE49-F238E27FC236}">
                <a16:creationId xmlns:a16="http://schemas.microsoft.com/office/drawing/2014/main" id="{5429199D-BFF3-ABEB-617A-735390563F48}"/>
              </a:ext>
            </a:extLst>
          </p:cNvPr>
          <p:cNvSpPr txBox="1"/>
          <p:nvPr/>
        </p:nvSpPr>
        <p:spPr>
          <a:xfrm>
            <a:off x="975651" y="394938"/>
            <a:ext cx="2802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MiSans Demibold" panose="00000700000000000000" pitchFamily="2" charset="-122"/>
                <a:ea typeface="MiSans Demibold" panose="00000700000000000000" pitchFamily="2" charset="-122"/>
              </a:rPr>
              <a:t>请输入您的标题</a:t>
            </a:r>
          </a:p>
        </p:txBody>
      </p:sp>
      <p:sp>
        <p:nvSpPr>
          <p:cNvPr id="34" name="演示研究所 SlideLab.cc">
            <a:extLst>
              <a:ext uri="{FF2B5EF4-FFF2-40B4-BE49-F238E27FC236}">
                <a16:creationId xmlns:a16="http://schemas.microsoft.com/office/drawing/2014/main" id="{6B4F669E-7BA3-C7BC-DD2E-B81176C8A298}"/>
              </a:ext>
            </a:extLst>
          </p:cNvPr>
          <p:cNvSpPr/>
          <p:nvPr/>
        </p:nvSpPr>
        <p:spPr>
          <a:xfrm rot="3058867">
            <a:off x="11058827" y="-401169"/>
            <a:ext cx="2266346" cy="2266346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X1-55W" panose="00020600040101010101" pitchFamily="18" charset="-122"/>
            </a:endParaRPr>
          </a:p>
        </p:txBody>
      </p:sp>
      <p:grpSp>
        <p:nvGrpSpPr>
          <p:cNvPr id="35" name="演示研究所 SlideLab.cc">
            <a:extLst>
              <a:ext uri="{FF2B5EF4-FFF2-40B4-BE49-F238E27FC236}">
                <a16:creationId xmlns:a16="http://schemas.microsoft.com/office/drawing/2014/main" id="{9AE30473-E75A-6E96-F471-4D0B2A9D608F}"/>
              </a:ext>
            </a:extLst>
          </p:cNvPr>
          <p:cNvGrpSpPr/>
          <p:nvPr/>
        </p:nvGrpSpPr>
        <p:grpSpPr>
          <a:xfrm rot="16200000" flipV="1">
            <a:off x="11254045" y="5920902"/>
            <a:ext cx="210022" cy="966615"/>
            <a:chOff x="1724433" y="1612606"/>
            <a:chExt cx="241950" cy="1113561"/>
          </a:xfrm>
          <a:solidFill>
            <a:schemeClr val="tx1">
              <a:lumMod val="50000"/>
              <a:lumOff val="50000"/>
            </a:schemeClr>
          </a:solidFill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68EC1FB6-1789-511B-550B-6521D7641EF0}"/>
                </a:ext>
              </a:extLst>
            </p:cNvPr>
            <p:cNvGrpSpPr/>
            <p:nvPr/>
          </p:nvGrpSpPr>
          <p:grpSpPr>
            <a:xfrm>
              <a:off x="1898681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46" name="演示研究所 SlideLab.cc">
                <a:extLst>
                  <a:ext uri="{FF2B5EF4-FFF2-40B4-BE49-F238E27FC236}">
                    <a16:creationId xmlns:a16="http://schemas.microsoft.com/office/drawing/2014/main" id="{F96CB69F-0632-2604-9B93-F044B99AE75E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演示研究所 SlideLab.cc">
                <a:extLst>
                  <a:ext uri="{FF2B5EF4-FFF2-40B4-BE49-F238E27FC236}">
                    <a16:creationId xmlns:a16="http://schemas.microsoft.com/office/drawing/2014/main" id="{4439262A-DAF4-5849-C321-EE2EC9823EDA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演示研究所 SlideLab.cc">
                <a:extLst>
                  <a:ext uri="{FF2B5EF4-FFF2-40B4-BE49-F238E27FC236}">
                    <a16:creationId xmlns:a16="http://schemas.microsoft.com/office/drawing/2014/main" id="{302FD4BC-C982-7028-0581-2DA6AAD160FF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演示研究所 SlideLab.cc">
                <a:extLst>
                  <a:ext uri="{FF2B5EF4-FFF2-40B4-BE49-F238E27FC236}">
                    <a16:creationId xmlns:a16="http://schemas.microsoft.com/office/drawing/2014/main" id="{7CC6B097-40AA-FA39-55A2-F1A72A3C85CD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演示研究所 SlideLab.cc">
                <a:extLst>
                  <a:ext uri="{FF2B5EF4-FFF2-40B4-BE49-F238E27FC236}">
                    <a16:creationId xmlns:a16="http://schemas.microsoft.com/office/drawing/2014/main" id="{5C095EB8-5533-C3E9-F7D7-F4DC90886183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演示研究所 SlideLab.cc">
                <a:extLst>
                  <a:ext uri="{FF2B5EF4-FFF2-40B4-BE49-F238E27FC236}">
                    <a16:creationId xmlns:a16="http://schemas.microsoft.com/office/drawing/2014/main" id="{A47D262F-69D0-322A-8769-4BDF841FD0DA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演示研究所 SlideLab.cc">
                <a:extLst>
                  <a:ext uri="{FF2B5EF4-FFF2-40B4-BE49-F238E27FC236}">
                    <a16:creationId xmlns:a16="http://schemas.microsoft.com/office/drawing/2014/main" id="{5B211DC5-1D99-C48D-DB5C-2D1CAF84E54F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演示研究所 SlideLab.cc">
                <a:extLst>
                  <a:ext uri="{FF2B5EF4-FFF2-40B4-BE49-F238E27FC236}">
                    <a16:creationId xmlns:a16="http://schemas.microsoft.com/office/drawing/2014/main" id="{E2392B70-704E-F17E-9465-790DFB8C39F2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F574790F-F1B0-D415-6567-8DF5460F97A7}"/>
                </a:ext>
              </a:extLst>
            </p:cNvPr>
            <p:cNvGrpSpPr/>
            <p:nvPr/>
          </p:nvGrpSpPr>
          <p:grpSpPr>
            <a:xfrm>
              <a:off x="1724433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38" name="演示研究所 SlideLab.cc">
                <a:extLst>
                  <a:ext uri="{FF2B5EF4-FFF2-40B4-BE49-F238E27FC236}">
                    <a16:creationId xmlns:a16="http://schemas.microsoft.com/office/drawing/2014/main" id="{BC63B73A-2BC4-9D85-18A6-D9041F06A0C3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演示研究所 SlideLab.cc">
                <a:extLst>
                  <a:ext uri="{FF2B5EF4-FFF2-40B4-BE49-F238E27FC236}">
                    <a16:creationId xmlns:a16="http://schemas.microsoft.com/office/drawing/2014/main" id="{BD9AD203-DBB1-2038-190A-03A2FC225620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演示研究所 SlideLab.cc">
                <a:extLst>
                  <a:ext uri="{FF2B5EF4-FFF2-40B4-BE49-F238E27FC236}">
                    <a16:creationId xmlns:a16="http://schemas.microsoft.com/office/drawing/2014/main" id="{B61D0CD3-3F8E-5AE4-F204-2C266C95CF2C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演示研究所 SlideLab.cc">
                <a:extLst>
                  <a:ext uri="{FF2B5EF4-FFF2-40B4-BE49-F238E27FC236}">
                    <a16:creationId xmlns:a16="http://schemas.microsoft.com/office/drawing/2014/main" id="{A23240B5-E9F1-3633-131F-401025223E26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演示研究所 SlideLab.cc">
                <a:extLst>
                  <a:ext uri="{FF2B5EF4-FFF2-40B4-BE49-F238E27FC236}">
                    <a16:creationId xmlns:a16="http://schemas.microsoft.com/office/drawing/2014/main" id="{02414C7B-FB9C-E6D8-8114-3B05CF288918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演示研究所 SlideLab.cc">
                <a:extLst>
                  <a:ext uri="{FF2B5EF4-FFF2-40B4-BE49-F238E27FC236}">
                    <a16:creationId xmlns:a16="http://schemas.microsoft.com/office/drawing/2014/main" id="{17D89929-7CD0-BE96-F44D-3AA72147507D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演示研究所 SlideLab.cc">
                <a:extLst>
                  <a:ext uri="{FF2B5EF4-FFF2-40B4-BE49-F238E27FC236}">
                    <a16:creationId xmlns:a16="http://schemas.microsoft.com/office/drawing/2014/main" id="{8BDA54EF-6E63-8789-E7FE-DC58810DF557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演示研究所 SlideLab.cc">
                <a:extLst>
                  <a:ext uri="{FF2B5EF4-FFF2-40B4-BE49-F238E27FC236}">
                    <a16:creationId xmlns:a16="http://schemas.microsoft.com/office/drawing/2014/main" id="{8C4CDF26-0ED6-4F2A-E90E-AAF77CE99559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3" name="演示研究所 SlideLab.cc">
            <a:extLst>
              <a:ext uri="{FF2B5EF4-FFF2-40B4-BE49-F238E27FC236}">
                <a16:creationId xmlns:a16="http://schemas.microsoft.com/office/drawing/2014/main" id="{B12EB295-4780-4128-8B01-FFDB33584C67}"/>
              </a:ext>
            </a:extLst>
          </p:cNvPr>
          <p:cNvSpPr/>
          <p:nvPr/>
        </p:nvSpPr>
        <p:spPr>
          <a:xfrm>
            <a:off x="464" y="0"/>
            <a:ext cx="6223000" cy="6858000"/>
          </a:xfrm>
          <a:custGeom>
            <a:avLst/>
            <a:gdLst>
              <a:gd name="connsiteX0" fmla="*/ 4933950 w 6223000"/>
              <a:gd name="connsiteY0" fmla="*/ 3619500 h 6858000"/>
              <a:gd name="connsiteX1" fmla="*/ 6223000 w 6223000"/>
              <a:gd name="connsiteY1" fmla="*/ 6858000 h 6858000"/>
              <a:gd name="connsiteX2" fmla="*/ 3644900 w 6223000"/>
              <a:gd name="connsiteY2" fmla="*/ 6858000 h 6858000"/>
              <a:gd name="connsiteX3" fmla="*/ 0 w 6223000"/>
              <a:gd name="connsiteY3" fmla="*/ 0 h 6858000"/>
              <a:gd name="connsiteX4" fmla="*/ 6222999 w 6223000"/>
              <a:gd name="connsiteY4" fmla="*/ 0 h 6858000"/>
              <a:gd name="connsiteX5" fmla="*/ 3517861 w 6223000"/>
              <a:gd name="connsiteY5" fmla="*/ 6858000 h 6858000"/>
              <a:gd name="connsiteX6" fmla="*/ 0 w 622300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3000" h="6858000">
                <a:moveTo>
                  <a:pt x="4933950" y="3619500"/>
                </a:moveTo>
                <a:lnTo>
                  <a:pt x="6223000" y="6858000"/>
                </a:lnTo>
                <a:lnTo>
                  <a:pt x="3644900" y="6858000"/>
                </a:lnTo>
                <a:close/>
                <a:moveTo>
                  <a:pt x="0" y="0"/>
                </a:moveTo>
                <a:lnTo>
                  <a:pt x="6222999" y="0"/>
                </a:lnTo>
                <a:lnTo>
                  <a:pt x="351786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/>
            <a:srcRect/>
            <a:stretch>
              <a:fillRect t="-10494" b="-1049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CDDDB68E-476F-754F-A3E4-ED34C8EE2C74}"/>
              </a:ext>
            </a:extLst>
          </p:cNvPr>
          <p:cNvSpPr/>
          <p:nvPr/>
        </p:nvSpPr>
        <p:spPr>
          <a:xfrm>
            <a:off x="3505199" y="752761"/>
            <a:ext cx="7975769" cy="5352478"/>
          </a:xfrm>
          <a:prstGeom prst="roundRect">
            <a:avLst>
              <a:gd name="adj" fmla="val 7096"/>
            </a:avLst>
          </a:prstGeom>
          <a:solidFill>
            <a:schemeClr val="bg1"/>
          </a:solidFill>
          <a:ln>
            <a:noFill/>
          </a:ln>
          <a:effectLst>
            <a:outerShdw blurRad="444500" sx="102000" sy="102000" algn="ctr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1"/>
              </a:solidFill>
              <a:latin typeface="Quicksand SemiBold" pitchFamily="2" charset="0"/>
              <a:ea typeface="Open Sans Light" panose="020B0606030504020204" pitchFamily="34" charset="0"/>
              <a:cs typeface="Poppins" panose="00000500000000000000" pitchFamily="2" charset="0"/>
            </a:endParaRPr>
          </a:p>
        </p:txBody>
      </p:sp>
      <p:grpSp>
        <p:nvGrpSpPr>
          <p:cNvPr id="2" name="演示研究所 SlideLab.cc">
            <a:extLst>
              <a:ext uri="{FF2B5EF4-FFF2-40B4-BE49-F238E27FC236}">
                <a16:creationId xmlns:a16="http://schemas.microsoft.com/office/drawing/2014/main" id="{73583C75-F5CC-49D9-AB40-7E5E4B85E30E}"/>
              </a:ext>
            </a:extLst>
          </p:cNvPr>
          <p:cNvGrpSpPr/>
          <p:nvPr/>
        </p:nvGrpSpPr>
        <p:grpSpPr>
          <a:xfrm>
            <a:off x="4431484" y="3807136"/>
            <a:ext cx="1637648" cy="1662324"/>
            <a:chOff x="4431484" y="3807136"/>
            <a:chExt cx="1637648" cy="1662324"/>
          </a:xfrm>
        </p:grpSpPr>
        <p:grpSp>
          <p:nvGrpSpPr>
            <p:cNvPr id="4" name="Group 9">
              <a:extLst>
                <a:ext uri="{FF2B5EF4-FFF2-40B4-BE49-F238E27FC236}">
                  <a16:creationId xmlns:a16="http://schemas.microsoft.com/office/drawing/2014/main" id="{D3E8CBB6-068D-5748-B73E-ECD66F2E39F3}"/>
                </a:ext>
              </a:extLst>
            </p:cNvPr>
            <p:cNvGrpSpPr/>
            <p:nvPr/>
          </p:nvGrpSpPr>
          <p:grpSpPr>
            <a:xfrm>
              <a:off x="4637771" y="3807136"/>
              <a:ext cx="1225074" cy="1225070"/>
              <a:chOff x="5847447" y="3845236"/>
              <a:chExt cx="1225074" cy="1225070"/>
            </a:xfrm>
          </p:grpSpPr>
          <p:grpSp>
            <p:nvGrpSpPr>
              <p:cNvPr id="5" name="Group 38">
                <a:extLst>
                  <a:ext uri="{FF2B5EF4-FFF2-40B4-BE49-F238E27FC236}">
                    <a16:creationId xmlns:a16="http://schemas.microsoft.com/office/drawing/2014/main" id="{6D73F9EA-1A96-A049-9410-E30F6CD1B2E1}"/>
                  </a:ext>
                </a:extLst>
              </p:cNvPr>
              <p:cNvGrpSpPr/>
              <p:nvPr/>
            </p:nvGrpSpPr>
            <p:grpSpPr>
              <a:xfrm>
                <a:off x="5847447" y="3845236"/>
                <a:ext cx="1225074" cy="1225070"/>
                <a:chOff x="10273054" y="5279290"/>
                <a:chExt cx="1133732" cy="1133730"/>
              </a:xfrm>
            </p:grpSpPr>
            <p:sp>
              <p:nvSpPr>
                <p:cNvPr id="7" name="演示研究所 SlideLab.cc">
                  <a:extLst>
                    <a:ext uri="{FF2B5EF4-FFF2-40B4-BE49-F238E27FC236}">
                      <a16:creationId xmlns:a16="http://schemas.microsoft.com/office/drawing/2014/main" id="{6351E0F5-0990-E34A-9528-291A621AE9DF}"/>
                    </a:ext>
                  </a:extLst>
                </p:cNvPr>
                <p:cNvSpPr/>
                <p:nvPr/>
              </p:nvSpPr>
              <p:spPr>
                <a:xfrm>
                  <a:off x="10273054" y="5279290"/>
                  <a:ext cx="1133732" cy="1133730"/>
                </a:xfrm>
                <a:prstGeom prst="ellipse">
                  <a:avLst/>
                </a:prstGeom>
                <a:solidFill>
                  <a:srgbClr val="ECF7F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10284E"/>
                    </a:solidFill>
                    <a:latin typeface="MiSans Normal" pitchFamily="2" charset="-122"/>
                    <a:ea typeface="MiSans Normal" pitchFamily="2" charset="-122"/>
                  </a:endParaRPr>
                </a:p>
              </p:txBody>
            </p:sp>
            <p:sp>
              <p:nvSpPr>
                <p:cNvPr id="8" name="演示研究所 SlideLab.cc">
                  <a:extLst>
                    <a:ext uri="{FF2B5EF4-FFF2-40B4-BE49-F238E27FC236}">
                      <a16:creationId xmlns:a16="http://schemas.microsoft.com/office/drawing/2014/main" id="{3F6C310A-1F3B-B143-957B-3022F33BAF66}"/>
                    </a:ext>
                  </a:extLst>
                </p:cNvPr>
                <p:cNvSpPr/>
                <p:nvPr/>
              </p:nvSpPr>
              <p:spPr>
                <a:xfrm>
                  <a:off x="10273056" y="5279291"/>
                  <a:ext cx="1133728" cy="1133728"/>
                </a:xfrm>
                <a:prstGeom prst="pie">
                  <a:avLst>
                    <a:gd name="adj1" fmla="val 16160633"/>
                    <a:gd name="adj2" fmla="val 14639298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10284E"/>
                    </a:solidFill>
                    <a:latin typeface="MiSans Normal" pitchFamily="2" charset="-122"/>
                    <a:ea typeface="MiSans Normal" pitchFamily="2" charset="-122"/>
                  </a:endParaRPr>
                </a:p>
              </p:txBody>
            </p:sp>
            <p:sp>
              <p:nvSpPr>
                <p:cNvPr id="9" name="演示研究所 SlideLab.cc">
                  <a:extLst>
                    <a:ext uri="{FF2B5EF4-FFF2-40B4-BE49-F238E27FC236}">
                      <a16:creationId xmlns:a16="http://schemas.microsoft.com/office/drawing/2014/main" id="{944E68C3-155F-8E43-817D-DE2E3AE4D3D8}"/>
                    </a:ext>
                  </a:extLst>
                </p:cNvPr>
                <p:cNvSpPr/>
                <p:nvPr/>
              </p:nvSpPr>
              <p:spPr>
                <a:xfrm>
                  <a:off x="10334944" y="5341179"/>
                  <a:ext cx="1009953" cy="100995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10284E"/>
                    </a:solidFill>
                    <a:latin typeface="MiSans Normal" pitchFamily="2" charset="-122"/>
                    <a:ea typeface="MiSans Normal" pitchFamily="2" charset="-122"/>
                  </a:endParaRPr>
                </a:p>
              </p:txBody>
            </p:sp>
          </p:grpSp>
          <p:sp>
            <p:nvSpPr>
              <p:cNvPr id="6" name="演示研究所 SlideLab.cc">
                <a:extLst>
                  <a:ext uri="{FF2B5EF4-FFF2-40B4-BE49-F238E27FC236}">
                    <a16:creationId xmlns:a16="http://schemas.microsoft.com/office/drawing/2014/main" id="{EA8FEC8F-015B-B842-9A17-913899606410}"/>
                  </a:ext>
                </a:extLst>
              </p:cNvPr>
              <p:cNvSpPr txBox="1"/>
              <p:nvPr/>
            </p:nvSpPr>
            <p:spPr>
              <a:xfrm>
                <a:off x="6030656" y="4257716"/>
                <a:ext cx="858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>
                    <a:solidFill>
                      <a:srgbClr val="10284E"/>
                    </a:solidFill>
                    <a:latin typeface="MiSans Normal" pitchFamily="2" charset="-122"/>
                    <a:ea typeface="MiSans Normal" pitchFamily="2" charset="-122"/>
                    <a:cs typeface="Open Sans ExtraBold" panose="020B0606030504020204" pitchFamily="34" charset="0"/>
                  </a:rPr>
                  <a:t>95%</a:t>
                </a:r>
              </a:p>
            </p:txBody>
          </p:sp>
        </p:grpSp>
        <p:sp>
          <p:nvSpPr>
            <p:cNvPr id="10" name="演示研究所 SlideLab.cc">
              <a:extLst>
                <a:ext uri="{FF2B5EF4-FFF2-40B4-BE49-F238E27FC236}">
                  <a16:creationId xmlns:a16="http://schemas.microsoft.com/office/drawing/2014/main" id="{5B2D6BBC-CC75-D345-9CD0-DE4DAED87876}"/>
                </a:ext>
              </a:extLst>
            </p:cNvPr>
            <p:cNvSpPr txBox="1"/>
            <p:nvPr/>
          </p:nvSpPr>
          <p:spPr>
            <a:xfrm>
              <a:off x="4431484" y="5161683"/>
              <a:ext cx="16376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  <a:cs typeface="Poppins SemiBold" panose="00000700000000000000" pitchFamily="2" charset="0"/>
                </a:rPr>
                <a:t>XAML</a:t>
              </a:r>
              <a:endParaRPr lang="en-US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MiSans Normal" pitchFamily="2" charset="-122"/>
                <a:ea typeface="MiSans Normal" pitchFamily="2" charset="-122"/>
                <a:cs typeface="Poppins SemiBold" panose="00000700000000000000" pitchFamily="2" charset="0"/>
              </a:endParaRPr>
            </a:p>
          </p:txBody>
        </p:sp>
      </p:grpSp>
      <p:grpSp>
        <p:nvGrpSpPr>
          <p:cNvPr id="25" name="演示研究所 SlideLab.cc">
            <a:extLst>
              <a:ext uri="{FF2B5EF4-FFF2-40B4-BE49-F238E27FC236}">
                <a16:creationId xmlns:a16="http://schemas.microsoft.com/office/drawing/2014/main" id="{3EFEEC57-47AA-4F1B-8A31-2E09DE28E723}"/>
              </a:ext>
            </a:extLst>
          </p:cNvPr>
          <p:cNvGrpSpPr/>
          <p:nvPr/>
        </p:nvGrpSpPr>
        <p:grpSpPr>
          <a:xfrm>
            <a:off x="6533979" y="3807136"/>
            <a:ext cx="1637648" cy="1662324"/>
            <a:chOff x="6533979" y="3807136"/>
            <a:chExt cx="1637648" cy="1662324"/>
          </a:xfrm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D41177BA-0BA0-4648-ADEC-361C502528DA}"/>
                </a:ext>
              </a:extLst>
            </p:cNvPr>
            <p:cNvGrpSpPr/>
            <p:nvPr/>
          </p:nvGrpSpPr>
          <p:grpSpPr>
            <a:xfrm>
              <a:off x="6740266" y="3807136"/>
              <a:ext cx="1225074" cy="1225070"/>
              <a:chOff x="7635617" y="3845236"/>
              <a:chExt cx="1225074" cy="1225070"/>
            </a:xfrm>
          </p:grpSpPr>
          <p:grpSp>
            <p:nvGrpSpPr>
              <p:cNvPr id="12" name="Group 48">
                <a:extLst>
                  <a:ext uri="{FF2B5EF4-FFF2-40B4-BE49-F238E27FC236}">
                    <a16:creationId xmlns:a16="http://schemas.microsoft.com/office/drawing/2014/main" id="{626F0A0E-AE04-6E4E-A73A-AE7DB7E7DEB9}"/>
                  </a:ext>
                </a:extLst>
              </p:cNvPr>
              <p:cNvGrpSpPr/>
              <p:nvPr/>
            </p:nvGrpSpPr>
            <p:grpSpPr>
              <a:xfrm>
                <a:off x="7635617" y="3845236"/>
                <a:ext cx="1225074" cy="1225070"/>
                <a:chOff x="10273054" y="5279290"/>
                <a:chExt cx="1133732" cy="1133730"/>
              </a:xfrm>
            </p:grpSpPr>
            <p:sp>
              <p:nvSpPr>
                <p:cNvPr id="14" name="演示研究所 SlideLab.cc">
                  <a:extLst>
                    <a:ext uri="{FF2B5EF4-FFF2-40B4-BE49-F238E27FC236}">
                      <a16:creationId xmlns:a16="http://schemas.microsoft.com/office/drawing/2014/main" id="{3AA93DAE-0BE2-1B41-B44B-483A71DE2071}"/>
                    </a:ext>
                  </a:extLst>
                </p:cNvPr>
                <p:cNvSpPr/>
                <p:nvPr/>
              </p:nvSpPr>
              <p:spPr>
                <a:xfrm>
                  <a:off x="10273054" y="5279290"/>
                  <a:ext cx="1133732" cy="1133730"/>
                </a:xfrm>
                <a:prstGeom prst="ellipse">
                  <a:avLst/>
                </a:prstGeom>
                <a:solidFill>
                  <a:srgbClr val="ECF7F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10284E"/>
                    </a:solidFill>
                    <a:latin typeface="MiSans Normal" pitchFamily="2" charset="-122"/>
                    <a:ea typeface="MiSans Normal" pitchFamily="2" charset="-122"/>
                  </a:endParaRPr>
                </a:p>
              </p:txBody>
            </p:sp>
            <p:sp>
              <p:nvSpPr>
                <p:cNvPr id="15" name="演示研究所 SlideLab.cc">
                  <a:extLst>
                    <a:ext uri="{FF2B5EF4-FFF2-40B4-BE49-F238E27FC236}">
                      <a16:creationId xmlns:a16="http://schemas.microsoft.com/office/drawing/2014/main" id="{B0013BFB-F6CD-F74E-91E5-9038E8BCFCA4}"/>
                    </a:ext>
                  </a:extLst>
                </p:cNvPr>
                <p:cNvSpPr/>
                <p:nvPr/>
              </p:nvSpPr>
              <p:spPr>
                <a:xfrm>
                  <a:off x="10273056" y="5279291"/>
                  <a:ext cx="1133728" cy="1133728"/>
                </a:xfrm>
                <a:prstGeom prst="pie">
                  <a:avLst>
                    <a:gd name="adj1" fmla="val 16160633"/>
                    <a:gd name="adj2" fmla="val 15286887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10284E"/>
                    </a:solidFill>
                    <a:latin typeface="MiSans Normal" pitchFamily="2" charset="-122"/>
                    <a:ea typeface="MiSans Normal" pitchFamily="2" charset="-122"/>
                  </a:endParaRPr>
                </a:p>
              </p:txBody>
            </p:sp>
            <p:sp>
              <p:nvSpPr>
                <p:cNvPr id="16" name="演示研究所 SlideLab.cc">
                  <a:extLst>
                    <a:ext uri="{FF2B5EF4-FFF2-40B4-BE49-F238E27FC236}">
                      <a16:creationId xmlns:a16="http://schemas.microsoft.com/office/drawing/2014/main" id="{6A5C50ED-205D-C545-840C-2F664D9488CF}"/>
                    </a:ext>
                  </a:extLst>
                </p:cNvPr>
                <p:cNvSpPr/>
                <p:nvPr/>
              </p:nvSpPr>
              <p:spPr>
                <a:xfrm>
                  <a:off x="10334944" y="5341179"/>
                  <a:ext cx="1009953" cy="100995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10284E"/>
                    </a:solidFill>
                    <a:latin typeface="MiSans Normal" pitchFamily="2" charset="-122"/>
                    <a:ea typeface="MiSans Normal" pitchFamily="2" charset="-122"/>
                  </a:endParaRPr>
                </a:p>
              </p:txBody>
            </p:sp>
          </p:grpSp>
          <p:sp>
            <p:nvSpPr>
              <p:cNvPr id="13" name="演示研究所 SlideLab.cc">
                <a:extLst>
                  <a:ext uri="{FF2B5EF4-FFF2-40B4-BE49-F238E27FC236}">
                    <a16:creationId xmlns:a16="http://schemas.microsoft.com/office/drawing/2014/main" id="{9FC8AFDB-E3DF-0A4A-AE80-CCB326867F01}"/>
                  </a:ext>
                </a:extLst>
              </p:cNvPr>
              <p:cNvSpPr txBox="1"/>
              <p:nvPr/>
            </p:nvSpPr>
            <p:spPr>
              <a:xfrm>
                <a:off x="7818826" y="4257716"/>
                <a:ext cx="858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>
                    <a:solidFill>
                      <a:srgbClr val="10284E"/>
                    </a:solidFill>
                    <a:latin typeface="MiSans Normal" pitchFamily="2" charset="-122"/>
                    <a:ea typeface="MiSans Normal" pitchFamily="2" charset="-122"/>
                    <a:cs typeface="Open Sans ExtraBold" panose="020B0606030504020204" pitchFamily="34" charset="0"/>
                  </a:rPr>
                  <a:t>97%</a:t>
                </a:r>
              </a:p>
            </p:txBody>
          </p:sp>
        </p:grpSp>
        <p:sp>
          <p:nvSpPr>
            <p:cNvPr id="17" name="演示研究所 SlideLab.cc">
              <a:extLst>
                <a:ext uri="{FF2B5EF4-FFF2-40B4-BE49-F238E27FC236}">
                  <a16:creationId xmlns:a16="http://schemas.microsoft.com/office/drawing/2014/main" id="{66BBCCD3-C045-C643-BEE3-7195E46E8CD7}"/>
                </a:ext>
              </a:extLst>
            </p:cNvPr>
            <p:cNvSpPr txBox="1"/>
            <p:nvPr/>
          </p:nvSpPr>
          <p:spPr>
            <a:xfrm>
              <a:off x="6533979" y="5161683"/>
              <a:ext cx="16376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  <a:cs typeface="Poppins SemiBold" panose="00000700000000000000" pitchFamily="2" charset="0"/>
                </a:rPr>
                <a:t>C#</a:t>
              </a:r>
            </a:p>
          </p:txBody>
        </p:sp>
      </p:grpSp>
      <p:grpSp>
        <p:nvGrpSpPr>
          <p:cNvPr id="26" name="演示研究所 SlideLab.cc">
            <a:extLst>
              <a:ext uri="{FF2B5EF4-FFF2-40B4-BE49-F238E27FC236}">
                <a16:creationId xmlns:a16="http://schemas.microsoft.com/office/drawing/2014/main" id="{4FADC2EB-4638-4359-83A4-ADEB44B43049}"/>
              </a:ext>
            </a:extLst>
          </p:cNvPr>
          <p:cNvGrpSpPr/>
          <p:nvPr/>
        </p:nvGrpSpPr>
        <p:grpSpPr>
          <a:xfrm>
            <a:off x="8728549" y="3807136"/>
            <a:ext cx="1637648" cy="1662324"/>
            <a:chOff x="8728549" y="3807136"/>
            <a:chExt cx="1637648" cy="1662324"/>
          </a:xfrm>
        </p:grpSpPr>
        <p:grpSp>
          <p:nvGrpSpPr>
            <p:cNvPr id="18" name="Group 7">
              <a:extLst>
                <a:ext uri="{FF2B5EF4-FFF2-40B4-BE49-F238E27FC236}">
                  <a16:creationId xmlns:a16="http://schemas.microsoft.com/office/drawing/2014/main" id="{EDBA01DC-C5C9-8B42-85A3-B370EF9E0C52}"/>
                </a:ext>
              </a:extLst>
            </p:cNvPr>
            <p:cNvGrpSpPr/>
            <p:nvPr/>
          </p:nvGrpSpPr>
          <p:grpSpPr>
            <a:xfrm>
              <a:off x="8934836" y="3807136"/>
              <a:ext cx="1225074" cy="1225070"/>
              <a:chOff x="9423787" y="3845236"/>
              <a:chExt cx="1225074" cy="1225070"/>
            </a:xfrm>
          </p:grpSpPr>
          <p:grpSp>
            <p:nvGrpSpPr>
              <p:cNvPr id="19" name="Group 54">
                <a:extLst>
                  <a:ext uri="{FF2B5EF4-FFF2-40B4-BE49-F238E27FC236}">
                    <a16:creationId xmlns:a16="http://schemas.microsoft.com/office/drawing/2014/main" id="{BDB66937-11AA-2A4A-81A8-15A0B86DF201}"/>
                  </a:ext>
                </a:extLst>
              </p:cNvPr>
              <p:cNvGrpSpPr/>
              <p:nvPr/>
            </p:nvGrpSpPr>
            <p:grpSpPr>
              <a:xfrm>
                <a:off x="9423787" y="3845236"/>
                <a:ext cx="1225074" cy="1225070"/>
                <a:chOff x="10273054" y="5279290"/>
                <a:chExt cx="1133732" cy="1133730"/>
              </a:xfrm>
            </p:grpSpPr>
            <p:sp>
              <p:nvSpPr>
                <p:cNvPr id="21" name="演示研究所 SlideLab.cc">
                  <a:extLst>
                    <a:ext uri="{FF2B5EF4-FFF2-40B4-BE49-F238E27FC236}">
                      <a16:creationId xmlns:a16="http://schemas.microsoft.com/office/drawing/2014/main" id="{0506B7E7-50DD-1B48-9815-D2BC7ACB78F8}"/>
                    </a:ext>
                  </a:extLst>
                </p:cNvPr>
                <p:cNvSpPr/>
                <p:nvPr/>
              </p:nvSpPr>
              <p:spPr>
                <a:xfrm>
                  <a:off x="10273054" y="5279290"/>
                  <a:ext cx="1133732" cy="1133730"/>
                </a:xfrm>
                <a:prstGeom prst="ellipse">
                  <a:avLst/>
                </a:prstGeom>
                <a:solidFill>
                  <a:srgbClr val="ECF7F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10284E"/>
                    </a:solidFill>
                    <a:latin typeface="MiSans Normal" pitchFamily="2" charset="-122"/>
                    <a:ea typeface="MiSans Normal" pitchFamily="2" charset="-122"/>
                  </a:endParaRPr>
                </a:p>
              </p:txBody>
            </p:sp>
            <p:sp>
              <p:nvSpPr>
                <p:cNvPr id="22" name="演示研究所 SlideLab.cc">
                  <a:extLst>
                    <a:ext uri="{FF2B5EF4-FFF2-40B4-BE49-F238E27FC236}">
                      <a16:creationId xmlns:a16="http://schemas.microsoft.com/office/drawing/2014/main" id="{7AA9C5E3-E15C-B64F-9CA3-6685FF372974}"/>
                    </a:ext>
                  </a:extLst>
                </p:cNvPr>
                <p:cNvSpPr/>
                <p:nvPr/>
              </p:nvSpPr>
              <p:spPr>
                <a:xfrm>
                  <a:off x="10273057" y="5279291"/>
                  <a:ext cx="1133728" cy="1133728"/>
                </a:xfrm>
                <a:prstGeom prst="pie">
                  <a:avLst>
                    <a:gd name="adj1" fmla="val 16160633"/>
                    <a:gd name="adj2" fmla="val 15286887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10284E"/>
                    </a:solidFill>
                    <a:latin typeface="MiSans Normal" pitchFamily="2" charset="-122"/>
                    <a:ea typeface="MiSans Normal" pitchFamily="2" charset="-122"/>
                  </a:endParaRPr>
                </a:p>
              </p:txBody>
            </p:sp>
            <p:sp>
              <p:nvSpPr>
                <p:cNvPr id="23" name="演示研究所 SlideLab.cc">
                  <a:extLst>
                    <a:ext uri="{FF2B5EF4-FFF2-40B4-BE49-F238E27FC236}">
                      <a16:creationId xmlns:a16="http://schemas.microsoft.com/office/drawing/2014/main" id="{F9D8780C-7EAE-054D-8354-B26E383EA530}"/>
                    </a:ext>
                  </a:extLst>
                </p:cNvPr>
                <p:cNvSpPr/>
                <p:nvPr/>
              </p:nvSpPr>
              <p:spPr>
                <a:xfrm>
                  <a:off x="10334944" y="5341179"/>
                  <a:ext cx="1009953" cy="100995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10284E"/>
                    </a:solidFill>
                    <a:latin typeface="MiSans Normal" pitchFamily="2" charset="-122"/>
                    <a:ea typeface="MiSans Normal" pitchFamily="2" charset="-122"/>
                  </a:endParaRPr>
                </a:p>
              </p:txBody>
            </p:sp>
          </p:grpSp>
          <p:sp>
            <p:nvSpPr>
              <p:cNvPr id="20" name="演示研究所 SlideLab.cc">
                <a:extLst>
                  <a:ext uri="{FF2B5EF4-FFF2-40B4-BE49-F238E27FC236}">
                    <a16:creationId xmlns:a16="http://schemas.microsoft.com/office/drawing/2014/main" id="{8487114B-BF78-544B-A947-3A82B592199D}"/>
                  </a:ext>
                </a:extLst>
              </p:cNvPr>
              <p:cNvSpPr txBox="1"/>
              <p:nvPr/>
            </p:nvSpPr>
            <p:spPr>
              <a:xfrm>
                <a:off x="9606996" y="4257716"/>
                <a:ext cx="85865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10284E"/>
                    </a:solidFill>
                    <a:latin typeface="MiSans Normal" pitchFamily="2" charset="-122"/>
                    <a:ea typeface="MiSans Normal" pitchFamily="2" charset="-122"/>
                    <a:cs typeface="Open Sans ExtraBold" panose="020B0606030504020204" pitchFamily="34" charset="0"/>
                  </a:rPr>
                  <a:t>100%</a:t>
                </a:r>
              </a:p>
            </p:txBody>
          </p:sp>
        </p:grpSp>
        <p:sp>
          <p:nvSpPr>
            <p:cNvPr id="24" name="演示研究所 SlideLab.cc">
              <a:extLst>
                <a:ext uri="{FF2B5EF4-FFF2-40B4-BE49-F238E27FC236}">
                  <a16:creationId xmlns:a16="http://schemas.microsoft.com/office/drawing/2014/main" id="{3E95919E-EEA0-BE4D-9BA1-9019392BCDB2}"/>
                </a:ext>
              </a:extLst>
            </p:cNvPr>
            <p:cNvSpPr txBox="1"/>
            <p:nvPr/>
          </p:nvSpPr>
          <p:spPr>
            <a:xfrm>
              <a:off x="8728549" y="5161683"/>
              <a:ext cx="16376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  <a:cs typeface="Poppins SemiBold" panose="00000700000000000000" pitchFamily="2" charset="0"/>
                </a:rPr>
                <a:t>.NET MAUI</a:t>
              </a:r>
            </a:p>
          </p:txBody>
        </p:sp>
      </p:grpSp>
      <p:sp>
        <p:nvSpPr>
          <p:cNvPr id="30" name="演示研究所 SlideLab.cc">
            <a:extLst>
              <a:ext uri="{FF2B5EF4-FFF2-40B4-BE49-F238E27FC236}">
                <a16:creationId xmlns:a16="http://schemas.microsoft.com/office/drawing/2014/main" id="{DE2404CF-2C76-284E-B6DD-F38EF088ACC8}"/>
              </a:ext>
            </a:extLst>
          </p:cNvPr>
          <p:cNvSpPr txBox="1"/>
          <p:nvPr/>
        </p:nvSpPr>
        <p:spPr>
          <a:xfrm>
            <a:off x="4541040" y="1384974"/>
            <a:ext cx="3041829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400" b="1" dirty="0"/>
              <a:t>External Technologies Used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2" name="演示研究所 SlideLab.cc">
            <a:extLst>
              <a:ext uri="{FF2B5EF4-FFF2-40B4-BE49-F238E27FC236}">
                <a16:creationId xmlns:a16="http://schemas.microsoft.com/office/drawing/2014/main" id="{9D4554DC-94DC-3D49-AF8E-2D4606B6E2D2}"/>
              </a:ext>
            </a:extLst>
          </p:cNvPr>
          <p:cNvSpPr txBox="1"/>
          <p:nvPr/>
        </p:nvSpPr>
        <p:spPr>
          <a:xfrm>
            <a:off x="4541040" y="2452231"/>
            <a:ext cx="6230282" cy="129766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800" dirty="0"/>
              <a:t>In this project, I mainly used the .NET MAUI framework along with C# and XAML to build the user interface and application logic. </a:t>
            </a:r>
            <a:endParaRPr lang="zh-CN" altLang="en-US" sz="18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2072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15E36326-9F6A-6CC0-C2F6-DAAFE49772FA}"/>
              </a:ext>
            </a:extLst>
          </p:cNvPr>
          <p:cNvSpPr/>
          <p:nvPr/>
        </p:nvSpPr>
        <p:spPr>
          <a:xfrm>
            <a:off x="0" y="0"/>
            <a:ext cx="5577795" cy="2053963"/>
          </a:xfrm>
          <a:custGeom>
            <a:avLst/>
            <a:gdLst>
              <a:gd name="connsiteX0" fmla="*/ 0 w 5577795"/>
              <a:gd name="connsiteY0" fmla="*/ 0 h 3134032"/>
              <a:gd name="connsiteX1" fmla="*/ 5577795 w 5577795"/>
              <a:gd name="connsiteY1" fmla="*/ 0 h 3134032"/>
              <a:gd name="connsiteX2" fmla="*/ 5527662 w 5577795"/>
              <a:gd name="connsiteY2" fmla="*/ 121494 h 3134032"/>
              <a:gd name="connsiteX3" fmla="*/ 268477 w 5577795"/>
              <a:gd name="connsiteY3" fmla="*/ 3134032 h 3134032"/>
              <a:gd name="connsiteX4" fmla="*/ 0 w 5577795"/>
              <a:gd name="connsiteY4" fmla="*/ 3128466 h 3134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7795" h="3134032">
                <a:moveTo>
                  <a:pt x="0" y="0"/>
                </a:moveTo>
                <a:lnTo>
                  <a:pt x="5577795" y="0"/>
                </a:lnTo>
                <a:lnTo>
                  <a:pt x="5527662" y="121494"/>
                </a:lnTo>
                <a:cubicBezTo>
                  <a:pt x="4742695" y="1879446"/>
                  <a:pt x="2684259" y="3134032"/>
                  <a:pt x="268477" y="3134032"/>
                </a:cubicBezTo>
                <a:lnTo>
                  <a:pt x="0" y="3128466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43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3A1E3854-24CB-18C6-AF7A-9298779744B0}"/>
              </a:ext>
            </a:extLst>
          </p:cNvPr>
          <p:cNvSpPr txBox="1"/>
          <p:nvPr/>
        </p:nvSpPr>
        <p:spPr>
          <a:xfrm>
            <a:off x="944404" y="1639965"/>
            <a:ext cx="197817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>
                <a:gradFill>
                  <a:gsLst>
                    <a:gs pos="0">
                      <a:schemeClr val="accent1">
                        <a:alpha val="43000"/>
                      </a:schemeClr>
                    </a:gs>
                    <a:gs pos="68000">
                      <a:schemeClr val="bg1"/>
                    </a:gs>
                  </a:gsLst>
                  <a:lin ang="2160000" scaled="0"/>
                </a:gradFill>
                <a:latin typeface="MiSans" pitchFamily="2" charset="-122"/>
                <a:ea typeface="MiSans" pitchFamily="2" charset="-122"/>
              </a:rPr>
              <a:t>Part three</a:t>
            </a:r>
            <a:endParaRPr lang="zh-CN" altLang="en-US" sz="8000" dirty="0">
              <a:gradFill>
                <a:gsLst>
                  <a:gs pos="0">
                    <a:schemeClr val="accent1">
                      <a:alpha val="43000"/>
                    </a:schemeClr>
                  </a:gs>
                  <a:gs pos="68000">
                    <a:schemeClr val="bg1"/>
                  </a:gs>
                </a:gsLst>
                <a:lin ang="2160000" scaled="0"/>
              </a:gradFill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8ECEAC8C-5E81-DF7D-AF8F-0733F58E0813}"/>
              </a:ext>
            </a:extLst>
          </p:cNvPr>
          <p:cNvSpPr/>
          <p:nvPr/>
        </p:nvSpPr>
        <p:spPr>
          <a:xfrm flipH="1">
            <a:off x="6433171" y="1415845"/>
            <a:ext cx="5788974" cy="5442155"/>
          </a:xfrm>
          <a:custGeom>
            <a:avLst/>
            <a:gdLst>
              <a:gd name="connsiteX0" fmla="*/ 2822510 w 5867401"/>
              <a:gd name="connsiteY0" fmla="*/ 0 h 5515883"/>
              <a:gd name="connsiteX1" fmla="*/ 5867401 w 5867401"/>
              <a:gd name="connsiteY1" fmla="*/ 3044891 h 5515883"/>
              <a:gd name="connsiteX2" fmla="*/ 4759344 w 5867401"/>
              <a:gd name="connsiteY2" fmla="*/ 5394477 h 5515883"/>
              <a:gd name="connsiteX3" fmla="*/ 4596990 w 5867401"/>
              <a:gd name="connsiteY3" fmla="*/ 5515883 h 5515883"/>
              <a:gd name="connsiteX4" fmla="*/ 1048031 w 5867401"/>
              <a:gd name="connsiteY4" fmla="*/ 5515883 h 5515883"/>
              <a:gd name="connsiteX5" fmla="*/ 885677 w 5867401"/>
              <a:gd name="connsiteY5" fmla="*/ 5394477 h 5515883"/>
              <a:gd name="connsiteX6" fmla="*/ 16902 w 5867401"/>
              <a:gd name="connsiteY6" fmla="*/ 4230100 h 5515883"/>
              <a:gd name="connsiteX7" fmla="*/ 0 w 5867401"/>
              <a:gd name="connsiteY7" fmla="*/ 4183921 h 5515883"/>
              <a:gd name="connsiteX8" fmla="*/ 0 w 5867401"/>
              <a:gd name="connsiteY8" fmla="*/ 1905861 h 5515883"/>
              <a:gd name="connsiteX9" fmla="*/ 16902 w 5867401"/>
              <a:gd name="connsiteY9" fmla="*/ 1859682 h 5515883"/>
              <a:gd name="connsiteX10" fmla="*/ 2822510 w 5867401"/>
              <a:gd name="connsiteY10" fmla="*/ 0 h 5515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67401" h="5515883">
                <a:moveTo>
                  <a:pt x="2822510" y="0"/>
                </a:moveTo>
                <a:cubicBezTo>
                  <a:pt x="4504157" y="0"/>
                  <a:pt x="5867401" y="1363244"/>
                  <a:pt x="5867401" y="3044891"/>
                </a:cubicBezTo>
                <a:cubicBezTo>
                  <a:pt x="5867401" y="3990818"/>
                  <a:pt x="5436062" y="4835999"/>
                  <a:pt x="4759344" y="5394477"/>
                </a:cubicBezTo>
                <a:lnTo>
                  <a:pt x="4596990" y="5515883"/>
                </a:lnTo>
                <a:lnTo>
                  <a:pt x="1048031" y="5515883"/>
                </a:lnTo>
                <a:lnTo>
                  <a:pt x="885677" y="5394477"/>
                </a:lnTo>
                <a:cubicBezTo>
                  <a:pt x="509722" y="5084212"/>
                  <a:pt x="209502" y="4685457"/>
                  <a:pt x="16902" y="4230100"/>
                </a:cubicBezTo>
                <a:lnTo>
                  <a:pt x="0" y="4183921"/>
                </a:lnTo>
                <a:lnTo>
                  <a:pt x="0" y="1905861"/>
                </a:lnTo>
                <a:lnTo>
                  <a:pt x="16902" y="1859682"/>
                </a:lnTo>
                <a:cubicBezTo>
                  <a:pt x="479141" y="766825"/>
                  <a:pt x="1561275" y="0"/>
                  <a:pt x="2822510" y="0"/>
                </a:cubicBezTo>
                <a:close/>
              </a:path>
            </a:pathLst>
          </a:custGeom>
          <a:blipFill>
            <a:blip r:embed="rId2"/>
            <a:srcRect/>
            <a:stretch>
              <a:fillRect t="-17667" b="-17667"/>
            </a:stretch>
          </a:blipFill>
          <a:ln>
            <a:noFill/>
          </a:ln>
          <a:effectLst>
            <a:outerShdw blurRad="330200" dist="190500" dir="2700000" algn="tl" rotWithShape="0">
              <a:schemeClr val="bg1">
                <a:lumMod val="7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汉仪旗黑X1-55W" panose="00020600040101010101" pitchFamily="18" charset="-122"/>
            </a:endParaRPr>
          </a:p>
        </p:txBody>
      </p:sp>
      <p:sp>
        <p:nvSpPr>
          <p:cNvPr id="12" name="演示研究所 SlideLab.cc">
            <a:extLst>
              <a:ext uri="{FF2B5EF4-FFF2-40B4-BE49-F238E27FC236}">
                <a16:creationId xmlns:a16="http://schemas.microsoft.com/office/drawing/2014/main" id="{E76FB037-65ED-4248-5848-FDA954D786F4}"/>
              </a:ext>
            </a:extLst>
          </p:cNvPr>
          <p:cNvSpPr txBox="1"/>
          <p:nvPr/>
        </p:nvSpPr>
        <p:spPr>
          <a:xfrm>
            <a:off x="1054819" y="3110146"/>
            <a:ext cx="5788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Technical Hurdles &amp; Solutions</a:t>
            </a:r>
            <a:endParaRPr lang="zh-CN" altLang="en-US" sz="36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演示研究所 SlideLab.cc">
            <a:extLst>
              <a:ext uri="{FF2B5EF4-FFF2-40B4-BE49-F238E27FC236}">
                <a16:creationId xmlns:a16="http://schemas.microsoft.com/office/drawing/2014/main" id="{C6FB2257-C6F0-DF70-DF3B-C4684CB111FA}"/>
              </a:ext>
            </a:extLst>
          </p:cNvPr>
          <p:cNvSpPr/>
          <p:nvPr/>
        </p:nvSpPr>
        <p:spPr>
          <a:xfrm>
            <a:off x="6391226" y="287576"/>
            <a:ext cx="1195584" cy="1195584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X1-55W" panose="00020600040101010101" pitchFamily="18" charset="-122"/>
            </a:endParaRPr>
          </a:p>
        </p:txBody>
      </p:sp>
      <p:sp>
        <p:nvSpPr>
          <p:cNvPr id="62" name="演示研究所 SlideLab.cc">
            <a:extLst>
              <a:ext uri="{FF2B5EF4-FFF2-40B4-BE49-F238E27FC236}">
                <a16:creationId xmlns:a16="http://schemas.microsoft.com/office/drawing/2014/main" id="{21F45FD4-CD08-405B-128C-C86D990C1677}"/>
              </a:ext>
            </a:extLst>
          </p:cNvPr>
          <p:cNvSpPr/>
          <p:nvPr/>
        </p:nvSpPr>
        <p:spPr>
          <a:xfrm>
            <a:off x="484" y="5236395"/>
            <a:ext cx="3272369" cy="1614754"/>
          </a:xfrm>
          <a:custGeom>
            <a:avLst/>
            <a:gdLst>
              <a:gd name="connsiteX0" fmla="*/ 1536457 w 3272369"/>
              <a:gd name="connsiteY0" fmla="*/ 3024 h 1614754"/>
              <a:gd name="connsiteX1" fmla="*/ 2584149 w 3272369"/>
              <a:gd name="connsiteY1" fmla="*/ 299257 h 1614754"/>
              <a:gd name="connsiteX2" fmla="*/ 3260017 w 3272369"/>
              <a:gd name="connsiteY2" fmla="*/ 1412311 h 1614754"/>
              <a:gd name="connsiteX3" fmla="*/ 3272369 w 3272369"/>
              <a:gd name="connsiteY3" fmla="*/ 1614754 h 1614754"/>
              <a:gd name="connsiteX4" fmla="*/ 2441804 w 3272369"/>
              <a:gd name="connsiteY4" fmla="*/ 1614754 h 1614754"/>
              <a:gd name="connsiteX5" fmla="*/ 2435959 w 3272369"/>
              <a:gd name="connsiteY5" fmla="*/ 1519472 h 1614754"/>
              <a:gd name="connsiteX6" fmla="*/ 2100103 w 3272369"/>
              <a:gd name="connsiteY6" fmla="*/ 974756 h 1614754"/>
              <a:gd name="connsiteX7" fmla="*/ 1273901 w 3272369"/>
              <a:gd name="connsiteY7" fmla="*/ 915523 h 1614754"/>
              <a:gd name="connsiteX8" fmla="*/ 838390 w 3272369"/>
              <a:gd name="connsiteY8" fmla="*/ 1511044 h 1614754"/>
              <a:gd name="connsiteX9" fmla="*/ 830978 w 3272369"/>
              <a:gd name="connsiteY9" fmla="*/ 1614754 h 1614754"/>
              <a:gd name="connsiteX10" fmla="*/ 0 w 3272369"/>
              <a:gd name="connsiteY10" fmla="*/ 1614754 h 1614754"/>
              <a:gd name="connsiteX11" fmla="*/ 15445 w 3272369"/>
              <a:gd name="connsiteY11" fmla="*/ 1395681 h 1614754"/>
              <a:gd name="connsiteX12" fmla="*/ 894206 w 3272369"/>
              <a:gd name="connsiteY12" fmla="*/ 176329 h 1614754"/>
              <a:gd name="connsiteX13" fmla="*/ 1536457 w 3272369"/>
              <a:gd name="connsiteY13" fmla="*/ 3024 h 1614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72369" h="1614754">
                <a:moveTo>
                  <a:pt x="1536457" y="3024"/>
                </a:moveTo>
                <a:cubicBezTo>
                  <a:pt x="1903259" y="-19190"/>
                  <a:pt x="2273885" y="81112"/>
                  <a:pt x="2584149" y="299257"/>
                </a:cubicBezTo>
                <a:cubicBezTo>
                  <a:pt x="2961584" y="564629"/>
                  <a:pt x="3201969" y="970775"/>
                  <a:pt x="3260017" y="1412311"/>
                </a:cubicBezTo>
                <a:lnTo>
                  <a:pt x="3272369" y="1614754"/>
                </a:lnTo>
                <a:lnTo>
                  <a:pt x="2441804" y="1614754"/>
                </a:lnTo>
                <a:lnTo>
                  <a:pt x="2435959" y="1519472"/>
                </a:lnTo>
                <a:cubicBezTo>
                  <a:pt x="2407192" y="1303015"/>
                  <a:pt x="2287654" y="1104041"/>
                  <a:pt x="2100103" y="974756"/>
                </a:cubicBezTo>
                <a:cubicBezTo>
                  <a:pt x="1856903" y="807111"/>
                  <a:pt x="1539371" y="784346"/>
                  <a:pt x="1273901" y="915523"/>
                </a:cubicBezTo>
                <a:cubicBezTo>
                  <a:pt x="1035998" y="1033079"/>
                  <a:pt x="874937" y="1256888"/>
                  <a:pt x="838390" y="1511044"/>
                </a:cubicBezTo>
                <a:lnTo>
                  <a:pt x="830978" y="1614754"/>
                </a:lnTo>
                <a:lnTo>
                  <a:pt x="0" y="1614754"/>
                </a:lnTo>
                <a:lnTo>
                  <a:pt x="15445" y="1395681"/>
                </a:lnTo>
                <a:cubicBezTo>
                  <a:pt x="89124" y="876270"/>
                  <a:pt x="413862" y="418422"/>
                  <a:pt x="894206" y="176329"/>
                </a:cubicBezTo>
                <a:cubicBezTo>
                  <a:pt x="1097671" y="73784"/>
                  <a:pt x="1316376" y="16351"/>
                  <a:pt x="1536457" y="3024"/>
                </a:cubicBezTo>
                <a:close/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汉仪旗黑X1-55W" panose="00020600040101010101" pitchFamily="18" charset="-122"/>
            </a:endParaRPr>
          </a:p>
        </p:txBody>
      </p:sp>
      <p:grpSp>
        <p:nvGrpSpPr>
          <p:cNvPr id="22" name="演示研究所 SlideLab.cc">
            <a:extLst>
              <a:ext uri="{FF2B5EF4-FFF2-40B4-BE49-F238E27FC236}">
                <a16:creationId xmlns:a16="http://schemas.microsoft.com/office/drawing/2014/main" id="{3FCC9056-09EA-4111-0CAB-83B8B14044F8}"/>
              </a:ext>
            </a:extLst>
          </p:cNvPr>
          <p:cNvGrpSpPr/>
          <p:nvPr/>
        </p:nvGrpSpPr>
        <p:grpSpPr>
          <a:xfrm rot="16200000" flipV="1">
            <a:off x="5612531" y="5602325"/>
            <a:ext cx="292598" cy="1346667"/>
            <a:chOff x="1724433" y="1612606"/>
            <a:chExt cx="241950" cy="1113561"/>
          </a:xfrm>
          <a:solidFill>
            <a:schemeClr val="tx1">
              <a:lumMod val="50000"/>
              <a:lumOff val="50000"/>
            </a:schemeClr>
          </a:solidFill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FB9A118E-C4D9-CF49-4F33-AD167208E731}"/>
                </a:ext>
              </a:extLst>
            </p:cNvPr>
            <p:cNvGrpSpPr/>
            <p:nvPr/>
          </p:nvGrpSpPr>
          <p:grpSpPr>
            <a:xfrm>
              <a:off x="1898681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33" name="演示研究所 SlideLab.cc">
                <a:extLst>
                  <a:ext uri="{FF2B5EF4-FFF2-40B4-BE49-F238E27FC236}">
                    <a16:creationId xmlns:a16="http://schemas.microsoft.com/office/drawing/2014/main" id="{8004A745-D82E-832C-9E2D-55A0EF6665C6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演示研究所 SlideLab.cc">
                <a:extLst>
                  <a:ext uri="{FF2B5EF4-FFF2-40B4-BE49-F238E27FC236}">
                    <a16:creationId xmlns:a16="http://schemas.microsoft.com/office/drawing/2014/main" id="{404662F0-9A03-B745-40BB-58EBAED61C8B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演示研究所 SlideLab.cc">
                <a:extLst>
                  <a:ext uri="{FF2B5EF4-FFF2-40B4-BE49-F238E27FC236}">
                    <a16:creationId xmlns:a16="http://schemas.microsoft.com/office/drawing/2014/main" id="{4CE2E9E4-73FE-DB01-FB83-18AEC1919C28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演示研究所 SlideLab.cc">
                <a:extLst>
                  <a:ext uri="{FF2B5EF4-FFF2-40B4-BE49-F238E27FC236}">
                    <a16:creationId xmlns:a16="http://schemas.microsoft.com/office/drawing/2014/main" id="{5289A995-2BEE-205C-75E0-81D017C9C1EA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演示研究所 SlideLab.cc">
                <a:extLst>
                  <a:ext uri="{FF2B5EF4-FFF2-40B4-BE49-F238E27FC236}">
                    <a16:creationId xmlns:a16="http://schemas.microsoft.com/office/drawing/2014/main" id="{D8D7C16A-2B17-94F5-4148-A8BBAE7464DB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演示研究所 SlideLab.cc">
                <a:extLst>
                  <a:ext uri="{FF2B5EF4-FFF2-40B4-BE49-F238E27FC236}">
                    <a16:creationId xmlns:a16="http://schemas.microsoft.com/office/drawing/2014/main" id="{2B7F116F-B5D1-1653-271C-E42B46E2C253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演示研究所 SlideLab.cc">
                <a:extLst>
                  <a:ext uri="{FF2B5EF4-FFF2-40B4-BE49-F238E27FC236}">
                    <a16:creationId xmlns:a16="http://schemas.microsoft.com/office/drawing/2014/main" id="{78857340-D490-D459-A417-4B90F93232AC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演示研究所 SlideLab.cc">
                <a:extLst>
                  <a:ext uri="{FF2B5EF4-FFF2-40B4-BE49-F238E27FC236}">
                    <a16:creationId xmlns:a16="http://schemas.microsoft.com/office/drawing/2014/main" id="{2487CEDF-54D1-0114-DDDC-1C4D18A2707E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2B4FA9A8-9A4A-7B03-FE26-1CDA32C7D7A4}"/>
                </a:ext>
              </a:extLst>
            </p:cNvPr>
            <p:cNvGrpSpPr/>
            <p:nvPr/>
          </p:nvGrpSpPr>
          <p:grpSpPr>
            <a:xfrm>
              <a:off x="1724433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25" name="演示研究所 SlideLab.cc">
                <a:extLst>
                  <a:ext uri="{FF2B5EF4-FFF2-40B4-BE49-F238E27FC236}">
                    <a16:creationId xmlns:a16="http://schemas.microsoft.com/office/drawing/2014/main" id="{A7DCD003-F957-8536-09AF-760FF4498A5F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演示研究所 SlideLab.cc">
                <a:extLst>
                  <a:ext uri="{FF2B5EF4-FFF2-40B4-BE49-F238E27FC236}">
                    <a16:creationId xmlns:a16="http://schemas.microsoft.com/office/drawing/2014/main" id="{96E88C5F-92E7-9BFD-AEBF-AA7645378F31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演示研究所 SlideLab.cc">
                <a:extLst>
                  <a:ext uri="{FF2B5EF4-FFF2-40B4-BE49-F238E27FC236}">
                    <a16:creationId xmlns:a16="http://schemas.microsoft.com/office/drawing/2014/main" id="{916E7A7A-7E93-DEA4-AEDB-31BE17809000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演示研究所 SlideLab.cc">
                <a:extLst>
                  <a:ext uri="{FF2B5EF4-FFF2-40B4-BE49-F238E27FC236}">
                    <a16:creationId xmlns:a16="http://schemas.microsoft.com/office/drawing/2014/main" id="{11994E65-2C8D-5749-A0BF-23E79E8B9819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演示研究所 SlideLab.cc">
                <a:extLst>
                  <a:ext uri="{FF2B5EF4-FFF2-40B4-BE49-F238E27FC236}">
                    <a16:creationId xmlns:a16="http://schemas.microsoft.com/office/drawing/2014/main" id="{8352966E-5D53-138F-9DD6-B8E16C981182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演示研究所 SlideLab.cc">
                <a:extLst>
                  <a:ext uri="{FF2B5EF4-FFF2-40B4-BE49-F238E27FC236}">
                    <a16:creationId xmlns:a16="http://schemas.microsoft.com/office/drawing/2014/main" id="{637C8210-4D1C-F4F5-0C8F-C5DC2C904086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演示研究所 SlideLab.cc">
                <a:extLst>
                  <a:ext uri="{FF2B5EF4-FFF2-40B4-BE49-F238E27FC236}">
                    <a16:creationId xmlns:a16="http://schemas.microsoft.com/office/drawing/2014/main" id="{2397D8BF-40C9-9C64-913B-66424962E3BE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" name="演示研究所 SlideLab.cc">
                <a:extLst>
                  <a:ext uri="{FF2B5EF4-FFF2-40B4-BE49-F238E27FC236}">
                    <a16:creationId xmlns:a16="http://schemas.microsoft.com/office/drawing/2014/main" id="{294B58D8-B386-22ED-3D2B-FF5E1E94048D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3" name="演示研究所 SlideLab.cc">
            <a:extLst>
              <a:ext uri="{FF2B5EF4-FFF2-40B4-BE49-F238E27FC236}">
                <a16:creationId xmlns:a16="http://schemas.microsoft.com/office/drawing/2014/main" id="{4EAEFEF3-4999-6A7A-444D-5C1CD7E7783E}"/>
              </a:ext>
            </a:extLst>
          </p:cNvPr>
          <p:cNvSpPr txBox="1"/>
          <p:nvPr/>
        </p:nvSpPr>
        <p:spPr>
          <a:xfrm>
            <a:off x="10587566" y="516036"/>
            <a:ext cx="1851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MiSans Demibold" panose="00000700000000000000" pitchFamily="2" charset="-122"/>
                <a:ea typeface="MiSans Demibold" panose="00000700000000000000" pitchFamily="2" charset="-122"/>
              </a:rPr>
              <a:t>Logo here</a:t>
            </a:r>
            <a:endParaRPr lang="zh-CN" altLang="en-US">
              <a:latin typeface="MiSans Demibold" panose="00000700000000000000" pitchFamily="2" charset="-122"/>
              <a:ea typeface="MiSans Demibold" panose="00000700000000000000" pitchFamily="2" charset="-122"/>
            </a:endParaRPr>
          </a:p>
        </p:txBody>
      </p:sp>
      <p:sp>
        <p:nvSpPr>
          <p:cNvPr id="65" name="演示研究所 SlideLab.cc">
            <a:extLst>
              <a:ext uri="{FF2B5EF4-FFF2-40B4-BE49-F238E27FC236}">
                <a16:creationId xmlns:a16="http://schemas.microsoft.com/office/drawing/2014/main" id="{8071D4E5-0C36-6B93-2DE3-857063E085A9}"/>
              </a:ext>
            </a:extLst>
          </p:cNvPr>
          <p:cNvSpPr/>
          <p:nvPr/>
        </p:nvSpPr>
        <p:spPr>
          <a:xfrm rot="15334232">
            <a:off x="10433259" y="433318"/>
            <a:ext cx="2291071" cy="1187327"/>
          </a:xfrm>
          <a:custGeom>
            <a:avLst/>
            <a:gdLst>
              <a:gd name="connsiteX0" fmla="*/ 2218490 w 2736779"/>
              <a:gd name="connsiteY0" fmla="*/ 75723 h 1418311"/>
              <a:gd name="connsiteX1" fmla="*/ 2696204 w 2736779"/>
              <a:gd name="connsiteY1" fmla="*/ 297855 h 1418311"/>
              <a:gd name="connsiteX2" fmla="*/ 2736779 w 2736779"/>
              <a:gd name="connsiteY2" fmla="*/ 327316 h 1418311"/>
              <a:gd name="connsiteX3" fmla="*/ 2444448 w 2736779"/>
              <a:gd name="connsiteY3" fmla="*/ 1418311 h 1418311"/>
              <a:gd name="connsiteX4" fmla="*/ 2397887 w 2736779"/>
              <a:gd name="connsiteY4" fmla="*/ 1335837 h 1418311"/>
              <a:gd name="connsiteX5" fmla="*/ 1688060 w 2736779"/>
              <a:gd name="connsiteY5" fmla="*/ 970194 h 1418311"/>
              <a:gd name="connsiteX6" fmla="*/ 985646 w 2736779"/>
              <a:gd name="connsiteY6" fmla="*/ 1349883 h 1418311"/>
              <a:gd name="connsiteX7" fmla="*/ 953242 w 2736779"/>
              <a:gd name="connsiteY7" fmla="*/ 1410047 h 1418311"/>
              <a:gd name="connsiteX8" fmla="*/ 0 w 2736779"/>
              <a:gd name="connsiteY8" fmla="*/ 1154627 h 1418311"/>
              <a:gd name="connsiteX9" fmla="*/ 12867 w 2736779"/>
              <a:gd name="connsiteY9" fmla="*/ 1119218 h 1418311"/>
              <a:gd name="connsiteX10" fmla="*/ 1678412 w 2736779"/>
              <a:gd name="connsiteY10" fmla="*/ 92 h 1418311"/>
              <a:gd name="connsiteX11" fmla="*/ 2218490 w 2736779"/>
              <a:gd name="connsiteY11" fmla="*/ 75723 h 1418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6779" h="1418311">
                <a:moveTo>
                  <a:pt x="2218490" y="75723"/>
                </a:moveTo>
                <a:cubicBezTo>
                  <a:pt x="2389492" y="126680"/>
                  <a:pt x="2550101" y="202054"/>
                  <a:pt x="2696204" y="297855"/>
                </a:cubicBezTo>
                <a:lnTo>
                  <a:pt x="2736779" y="327316"/>
                </a:lnTo>
                <a:lnTo>
                  <a:pt x="2444448" y="1418311"/>
                </a:lnTo>
                <a:lnTo>
                  <a:pt x="2397887" y="1335837"/>
                </a:lnTo>
                <a:cubicBezTo>
                  <a:pt x="2241538" y="1112237"/>
                  <a:pt x="1981153" y="967279"/>
                  <a:pt x="1688060" y="970194"/>
                </a:cubicBezTo>
                <a:cubicBezTo>
                  <a:pt x="1394968" y="973109"/>
                  <a:pt x="1137517" y="1123217"/>
                  <a:pt x="985646" y="1349883"/>
                </a:cubicBezTo>
                <a:lnTo>
                  <a:pt x="953242" y="1410047"/>
                </a:lnTo>
                <a:lnTo>
                  <a:pt x="0" y="1154627"/>
                </a:lnTo>
                <a:lnTo>
                  <a:pt x="12867" y="1119218"/>
                </a:lnTo>
                <a:cubicBezTo>
                  <a:pt x="286529" y="467443"/>
                  <a:pt x="927694" y="7559"/>
                  <a:pt x="1678412" y="92"/>
                </a:cubicBezTo>
                <a:cubicBezTo>
                  <a:pt x="1866091" y="-1775"/>
                  <a:pt x="2047488" y="24766"/>
                  <a:pt x="2218490" y="75723"/>
                </a:cubicBezTo>
                <a:close/>
              </a:path>
            </a:pathLst>
          </a:custGeom>
          <a:solidFill>
            <a:schemeClr val="accent2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汉仪旗黑X1-55W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4688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演示研究所 SlideLab.cc">
            <a:extLst>
              <a:ext uri="{FF2B5EF4-FFF2-40B4-BE49-F238E27FC236}">
                <a16:creationId xmlns:a16="http://schemas.microsoft.com/office/drawing/2014/main" id="{B9E3F773-0708-790D-7AAF-940BB1BE6B42}"/>
              </a:ext>
            </a:extLst>
          </p:cNvPr>
          <p:cNvSpPr/>
          <p:nvPr/>
        </p:nvSpPr>
        <p:spPr>
          <a:xfrm>
            <a:off x="485" y="6167293"/>
            <a:ext cx="1385864" cy="683856"/>
          </a:xfrm>
          <a:custGeom>
            <a:avLst/>
            <a:gdLst>
              <a:gd name="connsiteX0" fmla="*/ 1536457 w 3272369"/>
              <a:gd name="connsiteY0" fmla="*/ 3024 h 1614754"/>
              <a:gd name="connsiteX1" fmla="*/ 2584149 w 3272369"/>
              <a:gd name="connsiteY1" fmla="*/ 299257 h 1614754"/>
              <a:gd name="connsiteX2" fmla="*/ 3260017 w 3272369"/>
              <a:gd name="connsiteY2" fmla="*/ 1412311 h 1614754"/>
              <a:gd name="connsiteX3" fmla="*/ 3272369 w 3272369"/>
              <a:gd name="connsiteY3" fmla="*/ 1614754 h 1614754"/>
              <a:gd name="connsiteX4" fmla="*/ 2441804 w 3272369"/>
              <a:gd name="connsiteY4" fmla="*/ 1614754 h 1614754"/>
              <a:gd name="connsiteX5" fmla="*/ 2435959 w 3272369"/>
              <a:gd name="connsiteY5" fmla="*/ 1519472 h 1614754"/>
              <a:gd name="connsiteX6" fmla="*/ 2100103 w 3272369"/>
              <a:gd name="connsiteY6" fmla="*/ 974756 h 1614754"/>
              <a:gd name="connsiteX7" fmla="*/ 1273901 w 3272369"/>
              <a:gd name="connsiteY7" fmla="*/ 915523 h 1614754"/>
              <a:gd name="connsiteX8" fmla="*/ 838390 w 3272369"/>
              <a:gd name="connsiteY8" fmla="*/ 1511044 h 1614754"/>
              <a:gd name="connsiteX9" fmla="*/ 830978 w 3272369"/>
              <a:gd name="connsiteY9" fmla="*/ 1614754 h 1614754"/>
              <a:gd name="connsiteX10" fmla="*/ 0 w 3272369"/>
              <a:gd name="connsiteY10" fmla="*/ 1614754 h 1614754"/>
              <a:gd name="connsiteX11" fmla="*/ 15445 w 3272369"/>
              <a:gd name="connsiteY11" fmla="*/ 1395681 h 1614754"/>
              <a:gd name="connsiteX12" fmla="*/ 894206 w 3272369"/>
              <a:gd name="connsiteY12" fmla="*/ 176329 h 1614754"/>
              <a:gd name="connsiteX13" fmla="*/ 1536457 w 3272369"/>
              <a:gd name="connsiteY13" fmla="*/ 3024 h 1614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72369" h="1614754">
                <a:moveTo>
                  <a:pt x="1536457" y="3024"/>
                </a:moveTo>
                <a:cubicBezTo>
                  <a:pt x="1903259" y="-19190"/>
                  <a:pt x="2273885" y="81112"/>
                  <a:pt x="2584149" y="299257"/>
                </a:cubicBezTo>
                <a:cubicBezTo>
                  <a:pt x="2961584" y="564629"/>
                  <a:pt x="3201969" y="970775"/>
                  <a:pt x="3260017" y="1412311"/>
                </a:cubicBezTo>
                <a:lnTo>
                  <a:pt x="3272369" y="1614754"/>
                </a:lnTo>
                <a:lnTo>
                  <a:pt x="2441804" y="1614754"/>
                </a:lnTo>
                <a:lnTo>
                  <a:pt x="2435959" y="1519472"/>
                </a:lnTo>
                <a:cubicBezTo>
                  <a:pt x="2407192" y="1303015"/>
                  <a:pt x="2287654" y="1104041"/>
                  <a:pt x="2100103" y="974756"/>
                </a:cubicBezTo>
                <a:cubicBezTo>
                  <a:pt x="1856903" y="807111"/>
                  <a:pt x="1539371" y="784346"/>
                  <a:pt x="1273901" y="915523"/>
                </a:cubicBezTo>
                <a:cubicBezTo>
                  <a:pt x="1035998" y="1033079"/>
                  <a:pt x="874937" y="1256888"/>
                  <a:pt x="838390" y="1511044"/>
                </a:cubicBezTo>
                <a:lnTo>
                  <a:pt x="830978" y="1614754"/>
                </a:lnTo>
                <a:lnTo>
                  <a:pt x="0" y="1614754"/>
                </a:lnTo>
                <a:lnTo>
                  <a:pt x="15445" y="1395681"/>
                </a:lnTo>
                <a:cubicBezTo>
                  <a:pt x="89124" y="876270"/>
                  <a:pt x="413862" y="418422"/>
                  <a:pt x="894206" y="176329"/>
                </a:cubicBezTo>
                <a:cubicBezTo>
                  <a:pt x="1097671" y="73784"/>
                  <a:pt x="1316376" y="16351"/>
                  <a:pt x="1536457" y="3024"/>
                </a:cubicBezTo>
                <a:close/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汉仪旗黑X1-55W" panose="00020600040101010101" pitchFamily="18" charset="-122"/>
            </a:endParaRPr>
          </a:p>
        </p:txBody>
      </p:sp>
      <p:sp>
        <p:nvSpPr>
          <p:cNvPr id="9" name="演示研究所 SlideLab.cc">
            <a:extLst>
              <a:ext uri="{FF2B5EF4-FFF2-40B4-BE49-F238E27FC236}">
                <a16:creationId xmlns:a16="http://schemas.microsoft.com/office/drawing/2014/main" id="{25B0F661-EC66-4BFA-7F64-DC67162A9497}"/>
              </a:ext>
            </a:extLst>
          </p:cNvPr>
          <p:cNvSpPr/>
          <p:nvPr/>
        </p:nvSpPr>
        <p:spPr>
          <a:xfrm>
            <a:off x="253322" y="284669"/>
            <a:ext cx="589869" cy="589869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X1-55W" panose="00020600040101010101" pitchFamily="18" charset="-122"/>
            </a:endParaRPr>
          </a:p>
        </p:txBody>
      </p:sp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6BC00962-7BAA-4BC7-239F-1B305568B6E0}"/>
              </a:ext>
            </a:extLst>
          </p:cNvPr>
          <p:cNvSpPr/>
          <p:nvPr/>
        </p:nvSpPr>
        <p:spPr>
          <a:xfrm rot="3058867">
            <a:off x="11058827" y="-401169"/>
            <a:ext cx="2266346" cy="2266346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X1-55W" panose="00020600040101010101" pitchFamily="18" charset="-122"/>
            </a:endParaRPr>
          </a:p>
        </p:txBody>
      </p:sp>
      <p:grpSp>
        <p:nvGrpSpPr>
          <p:cNvPr id="12" name="演示研究所 SlideLab.cc">
            <a:extLst>
              <a:ext uri="{FF2B5EF4-FFF2-40B4-BE49-F238E27FC236}">
                <a16:creationId xmlns:a16="http://schemas.microsoft.com/office/drawing/2014/main" id="{4F8C1729-B5CB-B400-D0D4-5F2DE9765CB6}"/>
              </a:ext>
            </a:extLst>
          </p:cNvPr>
          <p:cNvGrpSpPr/>
          <p:nvPr/>
        </p:nvGrpSpPr>
        <p:grpSpPr>
          <a:xfrm rot="16200000" flipV="1">
            <a:off x="11254045" y="5920902"/>
            <a:ext cx="210022" cy="966615"/>
            <a:chOff x="1724433" y="1612606"/>
            <a:chExt cx="241950" cy="1113561"/>
          </a:xfrm>
          <a:solidFill>
            <a:schemeClr val="tx1">
              <a:lumMod val="50000"/>
              <a:lumOff val="50000"/>
            </a:schemeClr>
          </a:solidFill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C19276D-DA56-E198-E708-A5835B6433A6}"/>
                </a:ext>
              </a:extLst>
            </p:cNvPr>
            <p:cNvGrpSpPr/>
            <p:nvPr/>
          </p:nvGrpSpPr>
          <p:grpSpPr>
            <a:xfrm>
              <a:off x="1898681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23" name="演示研究所 SlideLab.cc">
                <a:extLst>
                  <a:ext uri="{FF2B5EF4-FFF2-40B4-BE49-F238E27FC236}">
                    <a16:creationId xmlns:a16="http://schemas.microsoft.com/office/drawing/2014/main" id="{494875A5-9678-7061-D59B-010F290102BC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演示研究所 SlideLab.cc">
                <a:extLst>
                  <a:ext uri="{FF2B5EF4-FFF2-40B4-BE49-F238E27FC236}">
                    <a16:creationId xmlns:a16="http://schemas.microsoft.com/office/drawing/2014/main" id="{010A38A1-B26D-F6E5-1148-3306D2514D33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演示研究所 SlideLab.cc">
                <a:extLst>
                  <a:ext uri="{FF2B5EF4-FFF2-40B4-BE49-F238E27FC236}">
                    <a16:creationId xmlns:a16="http://schemas.microsoft.com/office/drawing/2014/main" id="{2746EC72-F83A-5288-21F3-32A5ACF65D1F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演示研究所 SlideLab.cc">
                <a:extLst>
                  <a:ext uri="{FF2B5EF4-FFF2-40B4-BE49-F238E27FC236}">
                    <a16:creationId xmlns:a16="http://schemas.microsoft.com/office/drawing/2014/main" id="{6C65D437-2D38-4365-080E-A10918EC011C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演示研究所 SlideLab.cc">
                <a:extLst>
                  <a:ext uri="{FF2B5EF4-FFF2-40B4-BE49-F238E27FC236}">
                    <a16:creationId xmlns:a16="http://schemas.microsoft.com/office/drawing/2014/main" id="{4AF6DA85-F382-3BA6-5C03-B74A42D04D3E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" name="演示研究所 SlideLab.cc">
                <a:extLst>
                  <a:ext uri="{FF2B5EF4-FFF2-40B4-BE49-F238E27FC236}">
                    <a16:creationId xmlns:a16="http://schemas.microsoft.com/office/drawing/2014/main" id="{1367E753-AB90-7E91-4B71-F74308A8017A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演示研究所 SlideLab.cc">
                <a:extLst>
                  <a:ext uri="{FF2B5EF4-FFF2-40B4-BE49-F238E27FC236}">
                    <a16:creationId xmlns:a16="http://schemas.microsoft.com/office/drawing/2014/main" id="{E50CB7B4-76F9-5546-5A15-473B314EF731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演示研究所 SlideLab.cc">
                <a:extLst>
                  <a:ext uri="{FF2B5EF4-FFF2-40B4-BE49-F238E27FC236}">
                    <a16:creationId xmlns:a16="http://schemas.microsoft.com/office/drawing/2014/main" id="{46BCDB79-CC2E-D77D-5EF5-81A22A814DCD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71B0A723-DD2E-CEAD-8361-9B665C1326DF}"/>
                </a:ext>
              </a:extLst>
            </p:cNvPr>
            <p:cNvGrpSpPr/>
            <p:nvPr/>
          </p:nvGrpSpPr>
          <p:grpSpPr>
            <a:xfrm>
              <a:off x="1724433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15" name="演示研究所 SlideLab.cc">
                <a:extLst>
                  <a:ext uri="{FF2B5EF4-FFF2-40B4-BE49-F238E27FC236}">
                    <a16:creationId xmlns:a16="http://schemas.microsoft.com/office/drawing/2014/main" id="{FD64B842-AA0A-1F28-485B-87D5860FF719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演示研究所 SlideLab.cc">
                <a:extLst>
                  <a:ext uri="{FF2B5EF4-FFF2-40B4-BE49-F238E27FC236}">
                    <a16:creationId xmlns:a16="http://schemas.microsoft.com/office/drawing/2014/main" id="{43959A5D-3A0A-BCC9-F8FC-DB66D47B7975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演示研究所 SlideLab.cc">
                <a:extLst>
                  <a:ext uri="{FF2B5EF4-FFF2-40B4-BE49-F238E27FC236}">
                    <a16:creationId xmlns:a16="http://schemas.microsoft.com/office/drawing/2014/main" id="{7F92E4FE-E8B8-1218-DD9F-D4DD3995F46A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演示研究所 SlideLab.cc">
                <a:extLst>
                  <a:ext uri="{FF2B5EF4-FFF2-40B4-BE49-F238E27FC236}">
                    <a16:creationId xmlns:a16="http://schemas.microsoft.com/office/drawing/2014/main" id="{0F4E821E-A63C-6209-E86D-236BB3D93372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演示研究所 SlideLab.cc">
                <a:extLst>
                  <a:ext uri="{FF2B5EF4-FFF2-40B4-BE49-F238E27FC236}">
                    <a16:creationId xmlns:a16="http://schemas.microsoft.com/office/drawing/2014/main" id="{4A5669CE-188E-B1C0-A015-C772DF3F85D0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演示研究所 SlideLab.cc">
                <a:extLst>
                  <a:ext uri="{FF2B5EF4-FFF2-40B4-BE49-F238E27FC236}">
                    <a16:creationId xmlns:a16="http://schemas.microsoft.com/office/drawing/2014/main" id="{0AA76459-D859-7FC0-5A82-C28955BCE123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演示研究所 SlideLab.cc">
                <a:extLst>
                  <a:ext uri="{FF2B5EF4-FFF2-40B4-BE49-F238E27FC236}">
                    <a16:creationId xmlns:a16="http://schemas.microsoft.com/office/drawing/2014/main" id="{25908261-52C3-CC01-7A75-F187BCA5773D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" name="演示研究所 SlideLab.cc">
                <a:extLst>
                  <a:ext uri="{FF2B5EF4-FFF2-40B4-BE49-F238E27FC236}">
                    <a16:creationId xmlns:a16="http://schemas.microsoft.com/office/drawing/2014/main" id="{6FEA6E65-E7CF-2B5D-6D29-AC1EE0759C07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演示研究所 SlideLab.cc">
            <a:extLst>
              <a:ext uri="{FF2B5EF4-FFF2-40B4-BE49-F238E27FC236}">
                <a16:creationId xmlns:a16="http://schemas.microsoft.com/office/drawing/2014/main" id="{BB083621-BA83-704D-B24F-E37E8EF7F23F}"/>
              </a:ext>
            </a:extLst>
          </p:cNvPr>
          <p:cNvSpPr>
            <a:spLocks/>
          </p:cNvSpPr>
          <p:nvPr/>
        </p:nvSpPr>
        <p:spPr bwMode="auto">
          <a:xfrm>
            <a:off x="4117574" y="2694522"/>
            <a:ext cx="2613068" cy="1349100"/>
          </a:xfrm>
          <a:custGeom>
            <a:avLst/>
            <a:gdLst>
              <a:gd name="T0" fmla="*/ 603 w 603"/>
              <a:gd name="T1" fmla="*/ 0 h 366"/>
              <a:gd name="T2" fmla="*/ 353 w 603"/>
              <a:gd name="T3" fmla="*/ 25 h 366"/>
              <a:gd name="T4" fmla="*/ 414 w 603"/>
              <a:gd name="T5" fmla="*/ 68 h 366"/>
              <a:gd name="T6" fmla="*/ 0 w 603"/>
              <a:gd name="T7" fmla="*/ 258 h 366"/>
              <a:gd name="T8" fmla="*/ 506 w 603"/>
              <a:gd name="T9" fmla="*/ 186 h 366"/>
              <a:gd name="T10" fmla="*/ 546 w 603"/>
              <a:gd name="T11" fmla="*/ 252 h 366"/>
              <a:gd name="T12" fmla="*/ 603 w 603"/>
              <a:gd name="T13" fmla="*/ 0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03" h="366">
                <a:moveTo>
                  <a:pt x="603" y="0"/>
                </a:moveTo>
                <a:cubicBezTo>
                  <a:pt x="353" y="25"/>
                  <a:pt x="353" y="25"/>
                  <a:pt x="353" y="25"/>
                </a:cubicBezTo>
                <a:cubicBezTo>
                  <a:pt x="414" y="68"/>
                  <a:pt x="414" y="68"/>
                  <a:pt x="414" y="68"/>
                </a:cubicBezTo>
                <a:cubicBezTo>
                  <a:pt x="414" y="68"/>
                  <a:pt x="234" y="239"/>
                  <a:pt x="0" y="258"/>
                </a:cubicBezTo>
                <a:cubicBezTo>
                  <a:pt x="0" y="258"/>
                  <a:pt x="191" y="366"/>
                  <a:pt x="506" y="186"/>
                </a:cubicBezTo>
                <a:cubicBezTo>
                  <a:pt x="546" y="252"/>
                  <a:pt x="546" y="252"/>
                  <a:pt x="546" y="252"/>
                </a:cubicBezTo>
                <a:lnTo>
                  <a:pt x="603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EA7E70CB-21C8-E844-9716-EA1F6D74C89B}"/>
              </a:ext>
            </a:extLst>
          </p:cNvPr>
          <p:cNvSpPr/>
          <p:nvPr/>
        </p:nvSpPr>
        <p:spPr>
          <a:xfrm>
            <a:off x="2019300" y="2347956"/>
            <a:ext cx="2435058" cy="2435058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718C68B5-5BDE-1A44-8B3C-9ECE7B7FA79A}"/>
              </a:ext>
            </a:extLst>
          </p:cNvPr>
          <p:cNvSpPr/>
          <p:nvPr/>
        </p:nvSpPr>
        <p:spPr>
          <a:xfrm>
            <a:off x="6767893" y="1236640"/>
            <a:ext cx="3494628" cy="3494628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9AB39F92-0690-F14F-8924-CD2989F89B39}"/>
              </a:ext>
            </a:extLst>
          </p:cNvPr>
          <p:cNvSpPr txBox="1"/>
          <p:nvPr/>
        </p:nvSpPr>
        <p:spPr>
          <a:xfrm>
            <a:off x="2497761" y="3211542"/>
            <a:ext cx="15825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6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0%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E575D70F-01F2-C240-8880-48DEAD5C9547}"/>
              </a:ext>
            </a:extLst>
          </p:cNvPr>
          <p:cNvSpPr txBox="1"/>
          <p:nvPr/>
        </p:nvSpPr>
        <p:spPr>
          <a:xfrm>
            <a:off x="7826326" y="2659559"/>
            <a:ext cx="1546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400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70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%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演示研究所 SlideLab.cc">
            <a:extLst>
              <a:ext uri="{FF2B5EF4-FFF2-40B4-BE49-F238E27FC236}">
                <a16:creationId xmlns:a16="http://schemas.microsoft.com/office/drawing/2014/main" id="{91737332-98F4-8741-B75A-A46A4819AD9B}"/>
              </a:ext>
            </a:extLst>
          </p:cNvPr>
          <p:cNvSpPr txBox="1"/>
          <p:nvPr/>
        </p:nvSpPr>
        <p:spPr>
          <a:xfrm>
            <a:off x="2168135" y="5129580"/>
            <a:ext cx="7855730" cy="895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dirty="0"/>
              <a:t>However, the most important function is still not finished.</a:t>
            </a:r>
            <a:br>
              <a:rPr lang="en-US" altLang="zh-CN" dirty="0"/>
            </a:br>
            <a:r>
              <a:rPr lang="en-US" altLang="zh-CN" dirty="0"/>
              <a:t>That is importing a PDF file and converting it into text.</a:t>
            </a:r>
            <a:br>
              <a:rPr lang="en-US" altLang="zh-CN" dirty="0"/>
            </a:br>
            <a:r>
              <a:rPr lang="en-US" altLang="zh-CN" dirty="0"/>
              <a:t>I think this is my biggest challenge right now.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4862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7F2E5943-40B6-BD5A-0F32-0E0992E8C889}"/>
              </a:ext>
            </a:extLst>
          </p:cNvPr>
          <p:cNvSpPr/>
          <p:nvPr/>
        </p:nvSpPr>
        <p:spPr>
          <a:xfrm>
            <a:off x="485" y="6167293"/>
            <a:ext cx="1385864" cy="683856"/>
          </a:xfrm>
          <a:custGeom>
            <a:avLst/>
            <a:gdLst>
              <a:gd name="connsiteX0" fmla="*/ 1536457 w 3272369"/>
              <a:gd name="connsiteY0" fmla="*/ 3024 h 1614754"/>
              <a:gd name="connsiteX1" fmla="*/ 2584149 w 3272369"/>
              <a:gd name="connsiteY1" fmla="*/ 299257 h 1614754"/>
              <a:gd name="connsiteX2" fmla="*/ 3260017 w 3272369"/>
              <a:gd name="connsiteY2" fmla="*/ 1412311 h 1614754"/>
              <a:gd name="connsiteX3" fmla="*/ 3272369 w 3272369"/>
              <a:gd name="connsiteY3" fmla="*/ 1614754 h 1614754"/>
              <a:gd name="connsiteX4" fmla="*/ 2441804 w 3272369"/>
              <a:gd name="connsiteY4" fmla="*/ 1614754 h 1614754"/>
              <a:gd name="connsiteX5" fmla="*/ 2435959 w 3272369"/>
              <a:gd name="connsiteY5" fmla="*/ 1519472 h 1614754"/>
              <a:gd name="connsiteX6" fmla="*/ 2100103 w 3272369"/>
              <a:gd name="connsiteY6" fmla="*/ 974756 h 1614754"/>
              <a:gd name="connsiteX7" fmla="*/ 1273901 w 3272369"/>
              <a:gd name="connsiteY7" fmla="*/ 915523 h 1614754"/>
              <a:gd name="connsiteX8" fmla="*/ 838390 w 3272369"/>
              <a:gd name="connsiteY8" fmla="*/ 1511044 h 1614754"/>
              <a:gd name="connsiteX9" fmla="*/ 830978 w 3272369"/>
              <a:gd name="connsiteY9" fmla="*/ 1614754 h 1614754"/>
              <a:gd name="connsiteX10" fmla="*/ 0 w 3272369"/>
              <a:gd name="connsiteY10" fmla="*/ 1614754 h 1614754"/>
              <a:gd name="connsiteX11" fmla="*/ 15445 w 3272369"/>
              <a:gd name="connsiteY11" fmla="*/ 1395681 h 1614754"/>
              <a:gd name="connsiteX12" fmla="*/ 894206 w 3272369"/>
              <a:gd name="connsiteY12" fmla="*/ 176329 h 1614754"/>
              <a:gd name="connsiteX13" fmla="*/ 1536457 w 3272369"/>
              <a:gd name="connsiteY13" fmla="*/ 3024 h 1614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72369" h="1614754">
                <a:moveTo>
                  <a:pt x="1536457" y="3024"/>
                </a:moveTo>
                <a:cubicBezTo>
                  <a:pt x="1903259" y="-19190"/>
                  <a:pt x="2273885" y="81112"/>
                  <a:pt x="2584149" y="299257"/>
                </a:cubicBezTo>
                <a:cubicBezTo>
                  <a:pt x="2961584" y="564629"/>
                  <a:pt x="3201969" y="970775"/>
                  <a:pt x="3260017" y="1412311"/>
                </a:cubicBezTo>
                <a:lnTo>
                  <a:pt x="3272369" y="1614754"/>
                </a:lnTo>
                <a:lnTo>
                  <a:pt x="2441804" y="1614754"/>
                </a:lnTo>
                <a:lnTo>
                  <a:pt x="2435959" y="1519472"/>
                </a:lnTo>
                <a:cubicBezTo>
                  <a:pt x="2407192" y="1303015"/>
                  <a:pt x="2287654" y="1104041"/>
                  <a:pt x="2100103" y="974756"/>
                </a:cubicBezTo>
                <a:cubicBezTo>
                  <a:pt x="1856903" y="807111"/>
                  <a:pt x="1539371" y="784346"/>
                  <a:pt x="1273901" y="915523"/>
                </a:cubicBezTo>
                <a:cubicBezTo>
                  <a:pt x="1035998" y="1033079"/>
                  <a:pt x="874937" y="1256888"/>
                  <a:pt x="838390" y="1511044"/>
                </a:cubicBezTo>
                <a:lnTo>
                  <a:pt x="830978" y="1614754"/>
                </a:lnTo>
                <a:lnTo>
                  <a:pt x="0" y="1614754"/>
                </a:lnTo>
                <a:lnTo>
                  <a:pt x="15445" y="1395681"/>
                </a:lnTo>
                <a:cubicBezTo>
                  <a:pt x="89124" y="876270"/>
                  <a:pt x="413862" y="418422"/>
                  <a:pt x="894206" y="176329"/>
                </a:cubicBezTo>
                <a:cubicBezTo>
                  <a:pt x="1097671" y="73784"/>
                  <a:pt x="1316376" y="16351"/>
                  <a:pt x="1536457" y="3024"/>
                </a:cubicBezTo>
                <a:close/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汉仪旗黑X1-55W" panose="00020600040101010101" pitchFamily="18" charset="-122"/>
            </a:endParaRPr>
          </a:p>
        </p:txBody>
      </p:sp>
      <p:sp>
        <p:nvSpPr>
          <p:cNvPr id="12" name="演示研究所 SlideLab.cc">
            <a:extLst>
              <a:ext uri="{FF2B5EF4-FFF2-40B4-BE49-F238E27FC236}">
                <a16:creationId xmlns:a16="http://schemas.microsoft.com/office/drawing/2014/main" id="{987388E6-B654-1CB6-3CD6-AA18FB1CD369}"/>
              </a:ext>
            </a:extLst>
          </p:cNvPr>
          <p:cNvSpPr/>
          <p:nvPr/>
        </p:nvSpPr>
        <p:spPr>
          <a:xfrm>
            <a:off x="253322" y="284669"/>
            <a:ext cx="589869" cy="589869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X1-55W" panose="00020600040101010101" pitchFamily="18" charset="-122"/>
            </a:endParaRPr>
          </a:p>
        </p:txBody>
      </p:sp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B6797EB1-8F2E-1CCD-768D-93E555234AF1}"/>
              </a:ext>
            </a:extLst>
          </p:cNvPr>
          <p:cNvSpPr/>
          <p:nvPr/>
        </p:nvSpPr>
        <p:spPr>
          <a:xfrm rot="3058867">
            <a:off x="11058827" y="-401169"/>
            <a:ext cx="2266346" cy="2266346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X1-55W" panose="00020600040101010101" pitchFamily="18" charset="-122"/>
            </a:endParaRPr>
          </a:p>
        </p:txBody>
      </p:sp>
      <p:grpSp>
        <p:nvGrpSpPr>
          <p:cNvPr id="18" name="演示研究所 SlideLab.cc">
            <a:extLst>
              <a:ext uri="{FF2B5EF4-FFF2-40B4-BE49-F238E27FC236}">
                <a16:creationId xmlns:a16="http://schemas.microsoft.com/office/drawing/2014/main" id="{BC2772A9-F523-0B39-5F63-EC735109763A}"/>
              </a:ext>
            </a:extLst>
          </p:cNvPr>
          <p:cNvGrpSpPr/>
          <p:nvPr/>
        </p:nvGrpSpPr>
        <p:grpSpPr>
          <a:xfrm rot="16200000" flipV="1">
            <a:off x="11254045" y="5920902"/>
            <a:ext cx="210022" cy="966615"/>
            <a:chOff x="1724433" y="1612606"/>
            <a:chExt cx="241950" cy="1113561"/>
          </a:xfrm>
          <a:solidFill>
            <a:schemeClr val="tx1">
              <a:lumMod val="50000"/>
              <a:lumOff val="50000"/>
            </a:schemeClr>
          </a:solidFill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DE4F0495-2AFB-0B83-8410-65BF056AC3EF}"/>
                </a:ext>
              </a:extLst>
            </p:cNvPr>
            <p:cNvGrpSpPr/>
            <p:nvPr/>
          </p:nvGrpSpPr>
          <p:grpSpPr>
            <a:xfrm>
              <a:off x="1898681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32" name="演示研究所 SlideLab.cc">
                <a:extLst>
                  <a:ext uri="{FF2B5EF4-FFF2-40B4-BE49-F238E27FC236}">
                    <a16:creationId xmlns:a16="http://schemas.microsoft.com/office/drawing/2014/main" id="{158BF9DD-F8AB-809B-B9CA-29BB89B72000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演示研究所 SlideLab.cc">
                <a:extLst>
                  <a:ext uri="{FF2B5EF4-FFF2-40B4-BE49-F238E27FC236}">
                    <a16:creationId xmlns:a16="http://schemas.microsoft.com/office/drawing/2014/main" id="{8C480771-3143-8D01-B62B-E803C2FBDB88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演示研究所 SlideLab.cc">
                <a:extLst>
                  <a:ext uri="{FF2B5EF4-FFF2-40B4-BE49-F238E27FC236}">
                    <a16:creationId xmlns:a16="http://schemas.microsoft.com/office/drawing/2014/main" id="{57501341-143C-0396-D6B7-92BAF5FA8A58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演示研究所 SlideLab.cc">
                <a:extLst>
                  <a:ext uri="{FF2B5EF4-FFF2-40B4-BE49-F238E27FC236}">
                    <a16:creationId xmlns:a16="http://schemas.microsoft.com/office/drawing/2014/main" id="{0701B62D-F3FC-C310-1352-05E80EBC496B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演示研究所 SlideLab.cc">
                <a:extLst>
                  <a:ext uri="{FF2B5EF4-FFF2-40B4-BE49-F238E27FC236}">
                    <a16:creationId xmlns:a16="http://schemas.microsoft.com/office/drawing/2014/main" id="{405C1DE8-95EF-D429-90A7-8C6E571D9347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演示研究所 SlideLab.cc">
                <a:extLst>
                  <a:ext uri="{FF2B5EF4-FFF2-40B4-BE49-F238E27FC236}">
                    <a16:creationId xmlns:a16="http://schemas.microsoft.com/office/drawing/2014/main" id="{9A5BA785-AC4D-C0E2-A067-9A407D33D434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演示研究所 SlideLab.cc">
                <a:extLst>
                  <a:ext uri="{FF2B5EF4-FFF2-40B4-BE49-F238E27FC236}">
                    <a16:creationId xmlns:a16="http://schemas.microsoft.com/office/drawing/2014/main" id="{203E6344-9AD6-0C60-9B86-7279A9A6C671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演示研究所 SlideLab.cc">
                <a:extLst>
                  <a:ext uri="{FF2B5EF4-FFF2-40B4-BE49-F238E27FC236}">
                    <a16:creationId xmlns:a16="http://schemas.microsoft.com/office/drawing/2014/main" id="{66D25B8B-48BA-050C-60C7-AEDF0579D6A7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2E3DB643-8D23-B1C9-F61D-A6A62C09125C}"/>
                </a:ext>
              </a:extLst>
            </p:cNvPr>
            <p:cNvGrpSpPr/>
            <p:nvPr/>
          </p:nvGrpSpPr>
          <p:grpSpPr>
            <a:xfrm>
              <a:off x="1724433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21" name="演示研究所 SlideLab.cc">
                <a:extLst>
                  <a:ext uri="{FF2B5EF4-FFF2-40B4-BE49-F238E27FC236}">
                    <a16:creationId xmlns:a16="http://schemas.microsoft.com/office/drawing/2014/main" id="{7DA45FF5-5A93-CB99-2F0E-98578D7E5EEC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演示研究所 SlideLab.cc">
                <a:extLst>
                  <a:ext uri="{FF2B5EF4-FFF2-40B4-BE49-F238E27FC236}">
                    <a16:creationId xmlns:a16="http://schemas.microsoft.com/office/drawing/2014/main" id="{79227CE5-3B38-470F-4EB8-AA7C3B91702D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演示研究所 SlideLab.cc">
                <a:extLst>
                  <a:ext uri="{FF2B5EF4-FFF2-40B4-BE49-F238E27FC236}">
                    <a16:creationId xmlns:a16="http://schemas.microsoft.com/office/drawing/2014/main" id="{6333D736-6E4A-ADC1-704E-099B1A5B60FA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演示研究所 SlideLab.cc">
                <a:extLst>
                  <a:ext uri="{FF2B5EF4-FFF2-40B4-BE49-F238E27FC236}">
                    <a16:creationId xmlns:a16="http://schemas.microsoft.com/office/drawing/2014/main" id="{6CC4693A-8031-8653-B59E-8CB5831F65C0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演示研究所 SlideLab.cc">
                <a:extLst>
                  <a:ext uri="{FF2B5EF4-FFF2-40B4-BE49-F238E27FC236}">
                    <a16:creationId xmlns:a16="http://schemas.microsoft.com/office/drawing/2014/main" id="{6B35F9A9-B616-F0A1-6ADB-229C97579098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演示研究所 SlideLab.cc">
                <a:extLst>
                  <a:ext uri="{FF2B5EF4-FFF2-40B4-BE49-F238E27FC236}">
                    <a16:creationId xmlns:a16="http://schemas.microsoft.com/office/drawing/2014/main" id="{7E762CC7-7601-BEED-B403-B503AE531049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演示研究所 SlideLab.cc">
                <a:extLst>
                  <a:ext uri="{FF2B5EF4-FFF2-40B4-BE49-F238E27FC236}">
                    <a16:creationId xmlns:a16="http://schemas.microsoft.com/office/drawing/2014/main" id="{28C8562D-9BD6-D14B-C001-B165E3439395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" name="演示研究所 SlideLab.cc">
                <a:extLst>
                  <a:ext uri="{FF2B5EF4-FFF2-40B4-BE49-F238E27FC236}">
                    <a16:creationId xmlns:a16="http://schemas.microsoft.com/office/drawing/2014/main" id="{CBED0B43-42E2-7D7B-8E30-73A5E6D494C6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" name="演示研究所 SlideLab.cc">
            <a:extLst>
              <a:ext uri="{FF2B5EF4-FFF2-40B4-BE49-F238E27FC236}">
                <a16:creationId xmlns:a16="http://schemas.microsoft.com/office/drawing/2014/main" id="{75717EBD-84FA-4D08-881D-EDE1F2C676CE}"/>
              </a:ext>
            </a:extLst>
          </p:cNvPr>
          <p:cNvGrpSpPr/>
          <p:nvPr/>
        </p:nvGrpSpPr>
        <p:grpSpPr>
          <a:xfrm>
            <a:off x="1592370" y="1747004"/>
            <a:ext cx="813946" cy="813946"/>
            <a:chOff x="1592370" y="1747004"/>
            <a:chExt cx="813946" cy="813946"/>
          </a:xfrm>
        </p:grpSpPr>
        <p:sp>
          <p:nvSpPr>
            <p:cNvPr id="7" name="演示研究所 SlideLab.cc">
              <a:extLst>
                <a:ext uri="{FF2B5EF4-FFF2-40B4-BE49-F238E27FC236}">
                  <a16:creationId xmlns:a16="http://schemas.microsoft.com/office/drawing/2014/main" id="{54492C15-29C0-FD41-8A3F-8502A6C88858}"/>
                </a:ext>
              </a:extLst>
            </p:cNvPr>
            <p:cNvSpPr/>
            <p:nvPr/>
          </p:nvSpPr>
          <p:spPr>
            <a:xfrm>
              <a:off x="1592370" y="1747004"/>
              <a:ext cx="813946" cy="813946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alpha val="26000"/>
                  </a:schemeClr>
                </a:gs>
                <a:gs pos="100000">
                  <a:schemeClr val="accent2">
                    <a:alpha val="43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演示研究所 SlideLab.cc">
              <a:extLst>
                <a:ext uri="{FF2B5EF4-FFF2-40B4-BE49-F238E27FC236}">
                  <a16:creationId xmlns:a16="http://schemas.microsoft.com/office/drawing/2014/main" id="{C7AAF2A6-E2D1-064D-9422-A18E94424F8F}"/>
                </a:ext>
              </a:extLst>
            </p:cNvPr>
            <p:cNvSpPr/>
            <p:nvPr/>
          </p:nvSpPr>
          <p:spPr>
            <a:xfrm>
              <a:off x="1704348" y="1858982"/>
              <a:ext cx="589991" cy="589991"/>
            </a:xfrm>
            <a:prstGeom prst="ellips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6" name="演示研究所 SlideLab.cc">
              <a:extLst>
                <a:ext uri="{FF2B5EF4-FFF2-40B4-BE49-F238E27FC236}">
                  <a16:creationId xmlns:a16="http://schemas.microsoft.com/office/drawing/2014/main" id="{2A37470C-666F-584D-B3B6-DE93965E5092}"/>
                </a:ext>
              </a:extLst>
            </p:cNvPr>
            <p:cNvSpPr/>
            <p:nvPr/>
          </p:nvSpPr>
          <p:spPr>
            <a:xfrm>
              <a:off x="1686645" y="1899841"/>
              <a:ext cx="625394" cy="523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/>
              <a:r>
                <a:rPr lang="en-US" altLang="zh-CN" sz="28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1</a:t>
              </a:r>
              <a:endParaRPr lang="zh-CN" altLang="en-US" sz="28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endParaRPr>
            </a:p>
          </p:txBody>
        </p:sp>
      </p:grpSp>
      <p:grpSp>
        <p:nvGrpSpPr>
          <p:cNvPr id="3" name="演示研究所 SlideLab.cc">
            <a:extLst>
              <a:ext uri="{FF2B5EF4-FFF2-40B4-BE49-F238E27FC236}">
                <a16:creationId xmlns:a16="http://schemas.microsoft.com/office/drawing/2014/main" id="{40D98546-12B3-4835-BEBD-03D0E3722779}"/>
              </a:ext>
            </a:extLst>
          </p:cNvPr>
          <p:cNvGrpSpPr/>
          <p:nvPr/>
        </p:nvGrpSpPr>
        <p:grpSpPr>
          <a:xfrm>
            <a:off x="6364067" y="1744378"/>
            <a:ext cx="813946" cy="813946"/>
            <a:chOff x="6364067" y="1744378"/>
            <a:chExt cx="813946" cy="813946"/>
          </a:xfrm>
        </p:grpSpPr>
        <p:sp>
          <p:nvSpPr>
            <p:cNvPr id="16" name="演示研究所 SlideLab.cc">
              <a:extLst>
                <a:ext uri="{FF2B5EF4-FFF2-40B4-BE49-F238E27FC236}">
                  <a16:creationId xmlns:a16="http://schemas.microsoft.com/office/drawing/2014/main" id="{B192DBEB-7F4F-4644-B4B1-FFB8CD8AF90B}"/>
                </a:ext>
              </a:extLst>
            </p:cNvPr>
            <p:cNvSpPr/>
            <p:nvPr/>
          </p:nvSpPr>
          <p:spPr>
            <a:xfrm>
              <a:off x="6364067" y="1744378"/>
              <a:ext cx="813946" cy="813946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alpha val="23000"/>
                  </a:schemeClr>
                </a:gs>
                <a:gs pos="100000">
                  <a:schemeClr val="accent2">
                    <a:alpha val="38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演示研究所 SlideLab.cc">
              <a:extLst>
                <a:ext uri="{FF2B5EF4-FFF2-40B4-BE49-F238E27FC236}">
                  <a16:creationId xmlns:a16="http://schemas.microsoft.com/office/drawing/2014/main" id="{016E7BDD-C18C-2E4D-9415-B0A2E8422E49}"/>
                </a:ext>
              </a:extLst>
            </p:cNvPr>
            <p:cNvSpPr/>
            <p:nvPr/>
          </p:nvSpPr>
          <p:spPr>
            <a:xfrm>
              <a:off x="6476045" y="1856356"/>
              <a:ext cx="589991" cy="589991"/>
            </a:xfrm>
            <a:prstGeom prst="ellips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5" name="演示研究所 SlideLab.cc">
              <a:extLst>
                <a:ext uri="{FF2B5EF4-FFF2-40B4-BE49-F238E27FC236}">
                  <a16:creationId xmlns:a16="http://schemas.microsoft.com/office/drawing/2014/main" id="{3D5D53A9-A468-3442-8B1B-D2285C333F39}"/>
                </a:ext>
              </a:extLst>
            </p:cNvPr>
            <p:cNvSpPr/>
            <p:nvPr/>
          </p:nvSpPr>
          <p:spPr>
            <a:xfrm>
              <a:off x="6458342" y="1897215"/>
              <a:ext cx="625394" cy="5232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1" algn="ctr"/>
              <a:r>
                <a:rPr lang="en-US" altLang="zh-CN" sz="28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4</a:t>
              </a:r>
              <a:endParaRPr lang="zh-CN" altLang="en-US" sz="28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endParaRPr>
            </a:p>
          </p:txBody>
        </p:sp>
      </p:grpSp>
      <p:grpSp>
        <p:nvGrpSpPr>
          <p:cNvPr id="4" name="演示研究所 SlideLab.cc">
            <a:extLst>
              <a:ext uri="{FF2B5EF4-FFF2-40B4-BE49-F238E27FC236}">
                <a16:creationId xmlns:a16="http://schemas.microsoft.com/office/drawing/2014/main" id="{3BDE9F6A-6794-4BB1-A081-F25EB47241FD}"/>
              </a:ext>
            </a:extLst>
          </p:cNvPr>
          <p:cNvGrpSpPr/>
          <p:nvPr/>
        </p:nvGrpSpPr>
        <p:grpSpPr>
          <a:xfrm>
            <a:off x="1592370" y="3143835"/>
            <a:ext cx="813946" cy="813946"/>
            <a:chOff x="1592370" y="3143835"/>
            <a:chExt cx="813946" cy="813946"/>
          </a:xfrm>
        </p:grpSpPr>
        <p:sp>
          <p:nvSpPr>
            <p:cNvPr id="25" name="演示研究所 SlideLab.cc">
              <a:extLst>
                <a:ext uri="{FF2B5EF4-FFF2-40B4-BE49-F238E27FC236}">
                  <a16:creationId xmlns:a16="http://schemas.microsoft.com/office/drawing/2014/main" id="{5EF0C64E-6CEB-0849-B69D-D422597F3F52}"/>
                </a:ext>
              </a:extLst>
            </p:cNvPr>
            <p:cNvSpPr/>
            <p:nvPr/>
          </p:nvSpPr>
          <p:spPr>
            <a:xfrm>
              <a:off x="1592370" y="3143835"/>
              <a:ext cx="813946" cy="813946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alpha val="41000"/>
                  </a:schemeClr>
                </a:gs>
                <a:gs pos="100000">
                  <a:schemeClr val="accent2">
                    <a:alpha val="26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26" name="演示研究所 SlideLab.cc">
              <a:extLst>
                <a:ext uri="{FF2B5EF4-FFF2-40B4-BE49-F238E27FC236}">
                  <a16:creationId xmlns:a16="http://schemas.microsoft.com/office/drawing/2014/main" id="{99ACAAB7-949F-7E46-A536-EEEE5956938B}"/>
                </a:ext>
              </a:extLst>
            </p:cNvPr>
            <p:cNvSpPr/>
            <p:nvPr/>
          </p:nvSpPr>
          <p:spPr>
            <a:xfrm>
              <a:off x="1704348" y="3255813"/>
              <a:ext cx="589991" cy="589991"/>
            </a:xfrm>
            <a:prstGeom prst="ellips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24" name="演示研究所 SlideLab.cc">
              <a:extLst>
                <a:ext uri="{FF2B5EF4-FFF2-40B4-BE49-F238E27FC236}">
                  <a16:creationId xmlns:a16="http://schemas.microsoft.com/office/drawing/2014/main" id="{022F477B-030F-B447-B33E-4AA955F9D100}"/>
                </a:ext>
              </a:extLst>
            </p:cNvPr>
            <p:cNvSpPr/>
            <p:nvPr/>
          </p:nvSpPr>
          <p:spPr>
            <a:xfrm>
              <a:off x="1686645" y="3296672"/>
              <a:ext cx="625394" cy="5232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1" algn="ctr"/>
              <a:r>
                <a:rPr lang="en-US" altLang="zh-CN" sz="28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2</a:t>
              </a:r>
              <a:endParaRPr lang="zh-CN" altLang="en-US" sz="28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endParaRPr>
            </a:p>
          </p:txBody>
        </p:sp>
      </p:grpSp>
      <p:grpSp>
        <p:nvGrpSpPr>
          <p:cNvPr id="9" name="演示研究所 SlideLab.cc">
            <a:extLst>
              <a:ext uri="{FF2B5EF4-FFF2-40B4-BE49-F238E27FC236}">
                <a16:creationId xmlns:a16="http://schemas.microsoft.com/office/drawing/2014/main" id="{84B50839-1A4D-4EC5-AA8B-02E9FDE0E8E3}"/>
              </a:ext>
            </a:extLst>
          </p:cNvPr>
          <p:cNvGrpSpPr/>
          <p:nvPr/>
        </p:nvGrpSpPr>
        <p:grpSpPr>
          <a:xfrm>
            <a:off x="1592370" y="4531834"/>
            <a:ext cx="813946" cy="813946"/>
            <a:chOff x="1592370" y="4531834"/>
            <a:chExt cx="813946" cy="813946"/>
          </a:xfrm>
        </p:grpSpPr>
        <p:sp>
          <p:nvSpPr>
            <p:cNvPr id="43" name="演示研究所 SlideLab.cc">
              <a:extLst>
                <a:ext uri="{FF2B5EF4-FFF2-40B4-BE49-F238E27FC236}">
                  <a16:creationId xmlns:a16="http://schemas.microsoft.com/office/drawing/2014/main" id="{213E1902-2E84-8149-97BA-E29030D872D2}"/>
                </a:ext>
              </a:extLst>
            </p:cNvPr>
            <p:cNvSpPr/>
            <p:nvPr/>
          </p:nvSpPr>
          <p:spPr>
            <a:xfrm>
              <a:off x="1592370" y="4531834"/>
              <a:ext cx="813946" cy="813946"/>
            </a:xfrm>
            <a:prstGeom prst="ellipse">
              <a:avLst/>
            </a:prstGeom>
            <a:gradFill>
              <a:gsLst>
                <a:gs pos="0">
                  <a:schemeClr val="accent1">
                    <a:alpha val="59000"/>
                  </a:schemeClr>
                </a:gs>
                <a:gs pos="100000">
                  <a:schemeClr val="accent2">
                    <a:alpha val="29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演示研究所 SlideLab.cc">
              <a:extLst>
                <a:ext uri="{FF2B5EF4-FFF2-40B4-BE49-F238E27FC236}">
                  <a16:creationId xmlns:a16="http://schemas.microsoft.com/office/drawing/2014/main" id="{68E9B796-9EE7-2D42-A013-C8D194729ADB}"/>
                </a:ext>
              </a:extLst>
            </p:cNvPr>
            <p:cNvSpPr/>
            <p:nvPr/>
          </p:nvSpPr>
          <p:spPr>
            <a:xfrm>
              <a:off x="1704348" y="4643812"/>
              <a:ext cx="589991" cy="589991"/>
            </a:xfrm>
            <a:prstGeom prst="ellips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2" name="演示研究所 SlideLab.cc">
              <a:extLst>
                <a:ext uri="{FF2B5EF4-FFF2-40B4-BE49-F238E27FC236}">
                  <a16:creationId xmlns:a16="http://schemas.microsoft.com/office/drawing/2014/main" id="{919C8443-6EF5-B94D-91D3-F058210CE94A}"/>
                </a:ext>
              </a:extLst>
            </p:cNvPr>
            <p:cNvSpPr/>
            <p:nvPr/>
          </p:nvSpPr>
          <p:spPr>
            <a:xfrm>
              <a:off x="1686645" y="4684671"/>
              <a:ext cx="625394" cy="5232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1" algn="ctr"/>
              <a:r>
                <a:rPr lang="en-US" altLang="zh-CN" sz="28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3</a:t>
              </a:r>
              <a:endParaRPr lang="zh-CN" altLang="en-US" sz="28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56" name="演示研究所 SlideLab.cc">
            <a:extLst>
              <a:ext uri="{FF2B5EF4-FFF2-40B4-BE49-F238E27FC236}">
                <a16:creationId xmlns:a16="http://schemas.microsoft.com/office/drawing/2014/main" id="{8279B4D7-1970-D844-86A1-B80B9C0B994D}"/>
              </a:ext>
            </a:extLst>
          </p:cNvPr>
          <p:cNvSpPr txBox="1"/>
          <p:nvPr/>
        </p:nvSpPr>
        <p:spPr>
          <a:xfrm>
            <a:off x="2791307" y="1744378"/>
            <a:ext cx="3309640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Design the main UI</a:t>
            </a:r>
          </a:p>
        </p:txBody>
      </p:sp>
      <p:sp>
        <p:nvSpPr>
          <p:cNvPr id="58" name="演示研究所 SlideLab.cc">
            <a:extLst>
              <a:ext uri="{FF2B5EF4-FFF2-40B4-BE49-F238E27FC236}">
                <a16:creationId xmlns:a16="http://schemas.microsoft.com/office/drawing/2014/main" id="{2B08D6BC-6681-C64C-9AB9-CCF7A509DFD6}"/>
              </a:ext>
            </a:extLst>
          </p:cNvPr>
          <p:cNvSpPr txBox="1"/>
          <p:nvPr/>
        </p:nvSpPr>
        <p:spPr>
          <a:xfrm>
            <a:off x="7566109" y="1744378"/>
            <a:ext cx="3309640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Complete the PDF import function</a:t>
            </a:r>
          </a:p>
        </p:txBody>
      </p:sp>
      <p:sp>
        <p:nvSpPr>
          <p:cNvPr id="60" name="演示研究所 SlideLab.cc">
            <a:extLst>
              <a:ext uri="{FF2B5EF4-FFF2-40B4-BE49-F238E27FC236}">
                <a16:creationId xmlns:a16="http://schemas.microsoft.com/office/drawing/2014/main" id="{3106A158-1B0B-7E45-B299-D5A36E385D70}"/>
              </a:ext>
            </a:extLst>
          </p:cNvPr>
          <p:cNvSpPr txBox="1"/>
          <p:nvPr/>
        </p:nvSpPr>
        <p:spPr>
          <a:xfrm>
            <a:off x="2636095" y="3138475"/>
            <a:ext cx="3309640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Complete the calendar function</a:t>
            </a:r>
          </a:p>
        </p:txBody>
      </p:sp>
      <p:sp>
        <p:nvSpPr>
          <p:cNvPr id="64" name="演示研究所 SlideLab.cc">
            <a:extLst>
              <a:ext uri="{FF2B5EF4-FFF2-40B4-BE49-F238E27FC236}">
                <a16:creationId xmlns:a16="http://schemas.microsoft.com/office/drawing/2014/main" id="{02277B97-7898-D64E-B767-10D2DB1E7439}"/>
              </a:ext>
            </a:extLst>
          </p:cNvPr>
          <p:cNvSpPr txBox="1"/>
          <p:nvPr/>
        </p:nvSpPr>
        <p:spPr>
          <a:xfrm>
            <a:off x="2636095" y="4506083"/>
            <a:ext cx="3309640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Complete the task function</a:t>
            </a:r>
          </a:p>
        </p:txBody>
      </p:sp>
    </p:spTree>
    <p:extLst>
      <p:ext uri="{BB962C8B-B14F-4D97-AF65-F5344CB8AC3E}">
        <p14:creationId xmlns:p14="http://schemas.microsoft.com/office/powerpoint/2010/main" val="1756877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47E67-06FE-D9FB-B492-4E283D37B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B91E065C-E763-D4D4-12F4-5E1EBC4FF9C2}"/>
              </a:ext>
            </a:extLst>
          </p:cNvPr>
          <p:cNvSpPr/>
          <p:nvPr/>
        </p:nvSpPr>
        <p:spPr>
          <a:xfrm>
            <a:off x="6433173" y="1415846"/>
            <a:ext cx="5788973" cy="5442155"/>
          </a:xfrm>
          <a:custGeom>
            <a:avLst/>
            <a:gdLst>
              <a:gd name="connsiteX0" fmla="*/ 3004191 w 5788973"/>
              <a:gd name="connsiteY0" fmla="*/ 0 h 5442155"/>
              <a:gd name="connsiteX1" fmla="*/ 5772297 w 5788973"/>
              <a:gd name="connsiteY1" fmla="*/ 1834825 h 5442155"/>
              <a:gd name="connsiteX2" fmla="*/ 5788973 w 5788973"/>
              <a:gd name="connsiteY2" fmla="*/ 1880387 h 5442155"/>
              <a:gd name="connsiteX3" fmla="*/ 5788973 w 5788973"/>
              <a:gd name="connsiteY3" fmla="*/ 4127998 h 5442155"/>
              <a:gd name="connsiteX4" fmla="*/ 5772297 w 5788973"/>
              <a:gd name="connsiteY4" fmla="*/ 4173559 h 5442155"/>
              <a:gd name="connsiteX5" fmla="*/ 4915134 w 5788973"/>
              <a:gd name="connsiteY5" fmla="*/ 5322373 h 5442155"/>
              <a:gd name="connsiteX6" fmla="*/ 4754951 w 5788973"/>
              <a:gd name="connsiteY6" fmla="*/ 5442155 h 5442155"/>
              <a:gd name="connsiteX7" fmla="*/ 1253430 w 5788973"/>
              <a:gd name="connsiteY7" fmla="*/ 5442155 h 5442155"/>
              <a:gd name="connsiteX8" fmla="*/ 1093246 w 5788973"/>
              <a:gd name="connsiteY8" fmla="*/ 5322373 h 5442155"/>
              <a:gd name="connsiteX9" fmla="*/ 0 w 5788973"/>
              <a:gd name="connsiteY9" fmla="*/ 3004192 h 5442155"/>
              <a:gd name="connsiteX10" fmla="*/ 3004191 w 5788973"/>
              <a:gd name="connsiteY10" fmla="*/ 0 h 5442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788973" h="5442155">
                <a:moveTo>
                  <a:pt x="3004191" y="0"/>
                </a:moveTo>
                <a:cubicBezTo>
                  <a:pt x="4248567" y="0"/>
                  <a:pt x="5316236" y="756576"/>
                  <a:pt x="5772297" y="1834825"/>
                </a:cubicBezTo>
                <a:lnTo>
                  <a:pt x="5788973" y="1880387"/>
                </a:lnTo>
                <a:lnTo>
                  <a:pt x="5788973" y="4127998"/>
                </a:lnTo>
                <a:lnTo>
                  <a:pt x="5772297" y="4173559"/>
                </a:lnTo>
                <a:cubicBezTo>
                  <a:pt x="5582271" y="4622829"/>
                  <a:pt x="5286064" y="5016254"/>
                  <a:pt x="4915134" y="5322373"/>
                </a:cubicBezTo>
                <a:lnTo>
                  <a:pt x="4754951" y="5442155"/>
                </a:lnTo>
                <a:lnTo>
                  <a:pt x="1253430" y="5442155"/>
                </a:lnTo>
                <a:lnTo>
                  <a:pt x="1093246" y="5322373"/>
                </a:lnTo>
                <a:cubicBezTo>
                  <a:pt x="425573" y="4771359"/>
                  <a:pt x="0" y="3937475"/>
                  <a:pt x="0" y="3004192"/>
                </a:cubicBezTo>
                <a:cubicBezTo>
                  <a:pt x="0" y="1345023"/>
                  <a:pt x="1345022" y="0"/>
                  <a:pt x="3004191" y="0"/>
                </a:cubicBezTo>
                <a:close/>
              </a:path>
            </a:pathLst>
          </a:custGeom>
          <a:blipFill>
            <a:blip r:embed="rId2">
              <a:grayscl/>
            </a:blip>
            <a:srcRect/>
            <a:stretch>
              <a:fillRect t="-29779" b="-2977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E54D744A-71ED-E0A5-E63A-8C494DB2B071}"/>
              </a:ext>
            </a:extLst>
          </p:cNvPr>
          <p:cNvSpPr txBox="1"/>
          <p:nvPr/>
        </p:nvSpPr>
        <p:spPr>
          <a:xfrm>
            <a:off x="449915" y="3231671"/>
            <a:ext cx="5273863" cy="96308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r>
              <a:rPr lang="en-US" altLang="zh-CN" sz="3600" b="1" dirty="0"/>
              <a:t>Usability Testing Summary</a:t>
            </a:r>
            <a:endParaRPr lang="zh-CN" alt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演示研究所 SlideLab.cc">
            <a:extLst>
              <a:ext uri="{FF2B5EF4-FFF2-40B4-BE49-F238E27FC236}">
                <a16:creationId xmlns:a16="http://schemas.microsoft.com/office/drawing/2014/main" id="{95918E46-CDF6-B0F1-3556-7AFBEB709F93}"/>
              </a:ext>
            </a:extLst>
          </p:cNvPr>
          <p:cNvSpPr/>
          <p:nvPr/>
        </p:nvSpPr>
        <p:spPr>
          <a:xfrm rot="900000" flipH="1">
            <a:off x="-142717" y="5545838"/>
            <a:ext cx="2594960" cy="1335455"/>
          </a:xfrm>
          <a:custGeom>
            <a:avLst/>
            <a:gdLst>
              <a:gd name="connsiteX0" fmla="*/ 2134967 w 2594960"/>
              <a:gd name="connsiteY0" fmla="*/ 75723 h 1335455"/>
              <a:gd name="connsiteX1" fmla="*/ 1594889 w 2594960"/>
              <a:gd name="connsiteY1" fmla="*/ 92 h 1335455"/>
              <a:gd name="connsiteX2" fmla="*/ 48690 w 2594960"/>
              <a:gd name="connsiteY2" fmla="*/ 884306 h 1335455"/>
              <a:gd name="connsiteX3" fmla="*/ 0 w 2594960"/>
              <a:gd name="connsiteY3" fmla="*/ 980144 h 1335455"/>
              <a:gd name="connsiteX4" fmla="*/ 991435 w 2594960"/>
              <a:gd name="connsiteY4" fmla="*/ 1245798 h 1335455"/>
              <a:gd name="connsiteX5" fmla="*/ 1034729 w 2594960"/>
              <a:gd name="connsiteY5" fmla="*/ 1195342 h 1335455"/>
              <a:gd name="connsiteX6" fmla="*/ 1604537 w 2594960"/>
              <a:gd name="connsiteY6" fmla="*/ 970194 h 1335455"/>
              <a:gd name="connsiteX7" fmla="*/ 2250995 w 2594960"/>
              <a:gd name="connsiteY7" fmla="*/ 1255809 h 1335455"/>
              <a:gd name="connsiteX8" fmla="*/ 2314061 w 2594960"/>
              <a:gd name="connsiteY8" fmla="*/ 1335455 h 1335455"/>
              <a:gd name="connsiteX9" fmla="*/ 2594960 w 2594960"/>
              <a:gd name="connsiteY9" fmla="*/ 287125 h 1335455"/>
              <a:gd name="connsiteX10" fmla="*/ 2500448 w 2594960"/>
              <a:gd name="connsiteY10" fmla="*/ 229897 h 1335455"/>
              <a:gd name="connsiteX11" fmla="*/ 2134967 w 2594960"/>
              <a:gd name="connsiteY11" fmla="*/ 75723 h 1335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94960" h="1335455">
                <a:moveTo>
                  <a:pt x="2134967" y="75723"/>
                </a:moveTo>
                <a:cubicBezTo>
                  <a:pt x="1963965" y="24766"/>
                  <a:pt x="1782568" y="-1775"/>
                  <a:pt x="1594889" y="92"/>
                </a:cubicBezTo>
                <a:cubicBezTo>
                  <a:pt x="938011" y="6625"/>
                  <a:pt x="365009" y="359541"/>
                  <a:pt x="48690" y="884306"/>
                </a:cubicBezTo>
                <a:lnTo>
                  <a:pt x="0" y="980144"/>
                </a:lnTo>
                <a:lnTo>
                  <a:pt x="991435" y="1245798"/>
                </a:lnTo>
                <a:lnTo>
                  <a:pt x="1034729" y="1195342"/>
                </a:lnTo>
                <a:cubicBezTo>
                  <a:pt x="1184947" y="1057363"/>
                  <a:pt x="1384718" y="972380"/>
                  <a:pt x="1604537" y="970194"/>
                </a:cubicBezTo>
                <a:cubicBezTo>
                  <a:pt x="1860993" y="967643"/>
                  <a:pt x="2092408" y="1078308"/>
                  <a:pt x="2250995" y="1255809"/>
                </a:cubicBezTo>
                <a:lnTo>
                  <a:pt x="2314061" y="1335455"/>
                </a:lnTo>
                <a:lnTo>
                  <a:pt x="2594960" y="287125"/>
                </a:lnTo>
                <a:lnTo>
                  <a:pt x="2500448" y="229897"/>
                </a:lnTo>
                <a:cubicBezTo>
                  <a:pt x="2385624" y="165893"/>
                  <a:pt x="2263218" y="113941"/>
                  <a:pt x="2134967" y="75723"/>
                </a:cubicBezTo>
                <a:close/>
              </a:path>
            </a:pathLst>
          </a:custGeom>
          <a:solidFill>
            <a:schemeClr val="accent2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汉仪旗黑X1-55W" panose="00020600040101010101" pitchFamily="18" charset="-122"/>
            </a:endParaRPr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CD9F26D9-E083-6E23-87C3-1DE44366CE8F}"/>
              </a:ext>
            </a:extLst>
          </p:cNvPr>
          <p:cNvSpPr/>
          <p:nvPr/>
        </p:nvSpPr>
        <p:spPr>
          <a:xfrm>
            <a:off x="-23848" y="-49083"/>
            <a:ext cx="5577795" cy="1598483"/>
          </a:xfrm>
          <a:custGeom>
            <a:avLst/>
            <a:gdLst>
              <a:gd name="connsiteX0" fmla="*/ 0 w 5577795"/>
              <a:gd name="connsiteY0" fmla="*/ 0 h 3134032"/>
              <a:gd name="connsiteX1" fmla="*/ 5577795 w 5577795"/>
              <a:gd name="connsiteY1" fmla="*/ 0 h 3134032"/>
              <a:gd name="connsiteX2" fmla="*/ 5527662 w 5577795"/>
              <a:gd name="connsiteY2" fmla="*/ 121494 h 3134032"/>
              <a:gd name="connsiteX3" fmla="*/ 268477 w 5577795"/>
              <a:gd name="connsiteY3" fmla="*/ 3134032 h 3134032"/>
              <a:gd name="connsiteX4" fmla="*/ 0 w 5577795"/>
              <a:gd name="connsiteY4" fmla="*/ 3128466 h 3134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7795" h="3134032">
                <a:moveTo>
                  <a:pt x="0" y="0"/>
                </a:moveTo>
                <a:lnTo>
                  <a:pt x="5577795" y="0"/>
                </a:lnTo>
                <a:lnTo>
                  <a:pt x="5527662" y="121494"/>
                </a:lnTo>
                <a:cubicBezTo>
                  <a:pt x="4742695" y="1879446"/>
                  <a:pt x="2684259" y="3134032"/>
                  <a:pt x="268477" y="3134032"/>
                </a:cubicBezTo>
                <a:lnTo>
                  <a:pt x="0" y="3128466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43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6" name="演示研究所 SlideLab.cc">
            <a:extLst>
              <a:ext uri="{FF2B5EF4-FFF2-40B4-BE49-F238E27FC236}">
                <a16:creationId xmlns:a16="http://schemas.microsoft.com/office/drawing/2014/main" id="{C9202F0F-6EC9-D982-EFFC-CCB8D7B8BA97}"/>
              </a:ext>
            </a:extLst>
          </p:cNvPr>
          <p:cNvGrpSpPr/>
          <p:nvPr/>
        </p:nvGrpSpPr>
        <p:grpSpPr>
          <a:xfrm rot="16200000" flipV="1">
            <a:off x="4939196" y="5540231"/>
            <a:ext cx="292598" cy="1346667"/>
            <a:chOff x="1724433" y="1612606"/>
            <a:chExt cx="241950" cy="1113561"/>
          </a:xfrm>
          <a:solidFill>
            <a:schemeClr val="tx1">
              <a:lumMod val="50000"/>
              <a:lumOff val="50000"/>
            </a:schemeClr>
          </a:solidFill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ADB72672-ACE6-144F-FF67-A7B0574829CE}"/>
                </a:ext>
              </a:extLst>
            </p:cNvPr>
            <p:cNvGrpSpPr/>
            <p:nvPr/>
          </p:nvGrpSpPr>
          <p:grpSpPr>
            <a:xfrm>
              <a:off x="1898681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27" name="演示研究所 SlideLab.cc">
                <a:extLst>
                  <a:ext uri="{FF2B5EF4-FFF2-40B4-BE49-F238E27FC236}">
                    <a16:creationId xmlns:a16="http://schemas.microsoft.com/office/drawing/2014/main" id="{BB743EA5-15A1-D0D1-2F68-28A16EAD00EF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演示研究所 SlideLab.cc">
                <a:extLst>
                  <a:ext uri="{FF2B5EF4-FFF2-40B4-BE49-F238E27FC236}">
                    <a16:creationId xmlns:a16="http://schemas.microsoft.com/office/drawing/2014/main" id="{6697649D-E260-D7BA-63EF-B33BE7B903ED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演示研究所 SlideLab.cc">
                <a:extLst>
                  <a:ext uri="{FF2B5EF4-FFF2-40B4-BE49-F238E27FC236}">
                    <a16:creationId xmlns:a16="http://schemas.microsoft.com/office/drawing/2014/main" id="{F20BD153-9D80-3A1E-88DF-FE8BF0EF3015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演示研究所 SlideLab.cc">
                <a:extLst>
                  <a:ext uri="{FF2B5EF4-FFF2-40B4-BE49-F238E27FC236}">
                    <a16:creationId xmlns:a16="http://schemas.microsoft.com/office/drawing/2014/main" id="{FED1FEC5-C1AE-3E5E-1C8F-9DA82871B7E6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演示研究所 SlideLab.cc">
                <a:extLst>
                  <a:ext uri="{FF2B5EF4-FFF2-40B4-BE49-F238E27FC236}">
                    <a16:creationId xmlns:a16="http://schemas.microsoft.com/office/drawing/2014/main" id="{93E324FD-CF42-D063-D840-939F90F0E65C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" name="演示研究所 SlideLab.cc">
                <a:extLst>
                  <a:ext uri="{FF2B5EF4-FFF2-40B4-BE49-F238E27FC236}">
                    <a16:creationId xmlns:a16="http://schemas.microsoft.com/office/drawing/2014/main" id="{A4E49EF6-FA18-2B24-F937-57EFB3EA499D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演示研究所 SlideLab.cc">
                <a:extLst>
                  <a:ext uri="{FF2B5EF4-FFF2-40B4-BE49-F238E27FC236}">
                    <a16:creationId xmlns:a16="http://schemas.microsoft.com/office/drawing/2014/main" id="{50D76D63-4495-A2EA-BB07-2861E29FB2A0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演示研究所 SlideLab.cc">
                <a:extLst>
                  <a:ext uri="{FF2B5EF4-FFF2-40B4-BE49-F238E27FC236}">
                    <a16:creationId xmlns:a16="http://schemas.microsoft.com/office/drawing/2014/main" id="{6B8FEB19-2BF3-280F-F069-9F6384ADAE1B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EA269884-AF60-5A29-D215-38D066080CB2}"/>
                </a:ext>
              </a:extLst>
            </p:cNvPr>
            <p:cNvGrpSpPr/>
            <p:nvPr/>
          </p:nvGrpSpPr>
          <p:grpSpPr>
            <a:xfrm>
              <a:off x="1724433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19" name="演示研究所 SlideLab.cc">
                <a:extLst>
                  <a:ext uri="{FF2B5EF4-FFF2-40B4-BE49-F238E27FC236}">
                    <a16:creationId xmlns:a16="http://schemas.microsoft.com/office/drawing/2014/main" id="{8ABC4879-9850-B331-7242-E65461E1D4EE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演示研究所 SlideLab.cc">
                <a:extLst>
                  <a:ext uri="{FF2B5EF4-FFF2-40B4-BE49-F238E27FC236}">
                    <a16:creationId xmlns:a16="http://schemas.microsoft.com/office/drawing/2014/main" id="{B4CE171D-598C-4D6C-9DC9-D6BD916E6878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演示研究所 SlideLab.cc">
                <a:extLst>
                  <a:ext uri="{FF2B5EF4-FFF2-40B4-BE49-F238E27FC236}">
                    <a16:creationId xmlns:a16="http://schemas.microsoft.com/office/drawing/2014/main" id="{33BB8DF9-AD43-06BC-CFCA-8C665CB2064D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演示研究所 SlideLab.cc">
                <a:extLst>
                  <a:ext uri="{FF2B5EF4-FFF2-40B4-BE49-F238E27FC236}">
                    <a16:creationId xmlns:a16="http://schemas.microsoft.com/office/drawing/2014/main" id="{4A00EC11-D7E3-9824-766F-49A97A442C1D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演示研究所 SlideLab.cc">
                <a:extLst>
                  <a:ext uri="{FF2B5EF4-FFF2-40B4-BE49-F238E27FC236}">
                    <a16:creationId xmlns:a16="http://schemas.microsoft.com/office/drawing/2014/main" id="{D9AD4A0C-07A9-AE39-40F7-2CBF6051946E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演示研究所 SlideLab.cc">
                <a:extLst>
                  <a:ext uri="{FF2B5EF4-FFF2-40B4-BE49-F238E27FC236}">
                    <a16:creationId xmlns:a16="http://schemas.microsoft.com/office/drawing/2014/main" id="{13739B27-1CF5-7890-6C28-B2C90A1C1D88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演示研究所 SlideLab.cc">
                <a:extLst>
                  <a:ext uri="{FF2B5EF4-FFF2-40B4-BE49-F238E27FC236}">
                    <a16:creationId xmlns:a16="http://schemas.microsoft.com/office/drawing/2014/main" id="{3C6688A4-D10D-9B32-4FB9-65C05A3E0F8C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" name="演示研究所 SlideLab.cc">
                <a:extLst>
                  <a:ext uri="{FF2B5EF4-FFF2-40B4-BE49-F238E27FC236}">
                    <a16:creationId xmlns:a16="http://schemas.microsoft.com/office/drawing/2014/main" id="{15C65E05-08EE-B450-7FDE-8AF7CB1A8DC2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6" name="演示研究所 SlideLab.cc">
            <a:extLst>
              <a:ext uri="{FF2B5EF4-FFF2-40B4-BE49-F238E27FC236}">
                <a16:creationId xmlns:a16="http://schemas.microsoft.com/office/drawing/2014/main" id="{5E3E9641-A673-DB06-6160-DDF31179B2F8}"/>
              </a:ext>
            </a:extLst>
          </p:cNvPr>
          <p:cNvSpPr/>
          <p:nvPr/>
        </p:nvSpPr>
        <p:spPr>
          <a:xfrm>
            <a:off x="5971788" y="823960"/>
            <a:ext cx="1183770" cy="118377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X1-55W" panose="00020600040101010101" pitchFamily="18" charset="-122"/>
            </a:endParaRPr>
          </a:p>
        </p:txBody>
      </p:sp>
      <p:sp>
        <p:nvSpPr>
          <p:cNvPr id="38" name="演示研究所 SlideLab.cc">
            <a:extLst>
              <a:ext uri="{FF2B5EF4-FFF2-40B4-BE49-F238E27FC236}">
                <a16:creationId xmlns:a16="http://schemas.microsoft.com/office/drawing/2014/main" id="{A433204A-CB8C-57C1-389E-81220D833CFE}"/>
              </a:ext>
            </a:extLst>
          </p:cNvPr>
          <p:cNvSpPr txBox="1"/>
          <p:nvPr/>
        </p:nvSpPr>
        <p:spPr>
          <a:xfrm>
            <a:off x="-1963334" y="1834203"/>
            <a:ext cx="769796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8800" dirty="0">
                <a:gradFill>
                  <a:gsLst>
                    <a:gs pos="0">
                      <a:schemeClr val="accent1">
                        <a:alpha val="64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2160000" scaled="0"/>
                </a:gradFill>
                <a:latin typeface="MiSans" pitchFamily="2" charset="-122"/>
                <a:ea typeface="MiSans" pitchFamily="2" charset="-122"/>
              </a:rPr>
              <a:t>Part Four</a:t>
            </a:r>
            <a:endParaRPr lang="zh-CN" altLang="en-US" sz="8800" dirty="0">
              <a:gradFill>
                <a:gsLst>
                  <a:gs pos="0">
                    <a:schemeClr val="accent1">
                      <a:alpha val="64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2160000" scaled="0"/>
              </a:gradFill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40" name="演示研究所 SlideLab.cc">
            <a:extLst>
              <a:ext uri="{FF2B5EF4-FFF2-40B4-BE49-F238E27FC236}">
                <a16:creationId xmlns:a16="http://schemas.microsoft.com/office/drawing/2014/main" id="{9C822B2E-A866-28D4-9EB1-BCFF8B40A84B}"/>
              </a:ext>
            </a:extLst>
          </p:cNvPr>
          <p:cNvSpPr/>
          <p:nvPr/>
        </p:nvSpPr>
        <p:spPr>
          <a:xfrm rot="15334232">
            <a:off x="10433259" y="433318"/>
            <a:ext cx="2291071" cy="1187327"/>
          </a:xfrm>
          <a:custGeom>
            <a:avLst/>
            <a:gdLst>
              <a:gd name="connsiteX0" fmla="*/ 2218490 w 2736779"/>
              <a:gd name="connsiteY0" fmla="*/ 75723 h 1418311"/>
              <a:gd name="connsiteX1" fmla="*/ 2696204 w 2736779"/>
              <a:gd name="connsiteY1" fmla="*/ 297855 h 1418311"/>
              <a:gd name="connsiteX2" fmla="*/ 2736779 w 2736779"/>
              <a:gd name="connsiteY2" fmla="*/ 327316 h 1418311"/>
              <a:gd name="connsiteX3" fmla="*/ 2444448 w 2736779"/>
              <a:gd name="connsiteY3" fmla="*/ 1418311 h 1418311"/>
              <a:gd name="connsiteX4" fmla="*/ 2397887 w 2736779"/>
              <a:gd name="connsiteY4" fmla="*/ 1335837 h 1418311"/>
              <a:gd name="connsiteX5" fmla="*/ 1688060 w 2736779"/>
              <a:gd name="connsiteY5" fmla="*/ 970194 h 1418311"/>
              <a:gd name="connsiteX6" fmla="*/ 985646 w 2736779"/>
              <a:gd name="connsiteY6" fmla="*/ 1349883 h 1418311"/>
              <a:gd name="connsiteX7" fmla="*/ 953242 w 2736779"/>
              <a:gd name="connsiteY7" fmla="*/ 1410047 h 1418311"/>
              <a:gd name="connsiteX8" fmla="*/ 0 w 2736779"/>
              <a:gd name="connsiteY8" fmla="*/ 1154627 h 1418311"/>
              <a:gd name="connsiteX9" fmla="*/ 12867 w 2736779"/>
              <a:gd name="connsiteY9" fmla="*/ 1119218 h 1418311"/>
              <a:gd name="connsiteX10" fmla="*/ 1678412 w 2736779"/>
              <a:gd name="connsiteY10" fmla="*/ 92 h 1418311"/>
              <a:gd name="connsiteX11" fmla="*/ 2218490 w 2736779"/>
              <a:gd name="connsiteY11" fmla="*/ 75723 h 1418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6779" h="1418311">
                <a:moveTo>
                  <a:pt x="2218490" y="75723"/>
                </a:moveTo>
                <a:cubicBezTo>
                  <a:pt x="2389492" y="126680"/>
                  <a:pt x="2550101" y="202054"/>
                  <a:pt x="2696204" y="297855"/>
                </a:cubicBezTo>
                <a:lnTo>
                  <a:pt x="2736779" y="327316"/>
                </a:lnTo>
                <a:lnTo>
                  <a:pt x="2444448" y="1418311"/>
                </a:lnTo>
                <a:lnTo>
                  <a:pt x="2397887" y="1335837"/>
                </a:lnTo>
                <a:cubicBezTo>
                  <a:pt x="2241538" y="1112237"/>
                  <a:pt x="1981153" y="967279"/>
                  <a:pt x="1688060" y="970194"/>
                </a:cubicBezTo>
                <a:cubicBezTo>
                  <a:pt x="1394968" y="973109"/>
                  <a:pt x="1137517" y="1123217"/>
                  <a:pt x="985646" y="1349883"/>
                </a:cubicBezTo>
                <a:lnTo>
                  <a:pt x="953242" y="1410047"/>
                </a:lnTo>
                <a:lnTo>
                  <a:pt x="0" y="1154627"/>
                </a:lnTo>
                <a:lnTo>
                  <a:pt x="12867" y="1119218"/>
                </a:lnTo>
                <a:cubicBezTo>
                  <a:pt x="286529" y="467443"/>
                  <a:pt x="927694" y="7559"/>
                  <a:pt x="1678412" y="92"/>
                </a:cubicBezTo>
                <a:cubicBezTo>
                  <a:pt x="1866091" y="-1775"/>
                  <a:pt x="2047488" y="24766"/>
                  <a:pt x="2218490" y="75723"/>
                </a:cubicBezTo>
                <a:close/>
              </a:path>
            </a:pathLst>
          </a:custGeom>
          <a:solidFill>
            <a:schemeClr val="accent2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汉仪旗黑X1-55W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2069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40870F-5031-A42A-AFE6-FF33DD471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025" y="95078"/>
            <a:ext cx="6248721" cy="666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585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15E36326-9F6A-6CC0-C2F6-DAAFE49772FA}"/>
              </a:ext>
            </a:extLst>
          </p:cNvPr>
          <p:cNvSpPr/>
          <p:nvPr/>
        </p:nvSpPr>
        <p:spPr>
          <a:xfrm>
            <a:off x="0" y="0"/>
            <a:ext cx="5577795" cy="2053963"/>
          </a:xfrm>
          <a:custGeom>
            <a:avLst/>
            <a:gdLst>
              <a:gd name="connsiteX0" fmla="*/ 0 w 5577795"/>
              <a:gd name="connsiteY0" fmla="*/ 0 h 3134032"/>
              <a:gd name="connsiteX1" fmla="*/ 5577795 w 5577795"/>
              <a:gd name="connsiteY1" fmla="*/ 0 h 3134032"/>
              <a:gd name="connsiteX2" fmla="*/ 5527662 w 5577795"/>
              <a:gd name="connsiteY2" fmla="*/ 121494 h 3134032"/>
              <a:gd name="connsiteX3" fmla="*/ 268477 w 5577795"/>
              <a:gd name="connsiteY3" fmla="*/ 3134032 h 3134032"/>
              <a:gd name="connsiteX4" fmla="*/ 0 w 5577795"/>
              <a:gd name="connsiteY4" fmla="*/ 3128466 h 3134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7795" h="3134032">
                <a:moveTo>
                  <a:pt x="0" y="0"/>
                </a:moveTo>
                <a:lnTo>
                  <a:pt x="5577795" y="0"/>
                </a:lnTo>
                <a:lnTo>
                  <a:pt x="5527662" y="121494"/>
                </a:lnTo>
                <a:cubicBezTo>
                  <a:pt x="4742695" y="1879446"/>
                  <a:pt x="2684259" y="3134032"/>
                  <a:pt x="268477" y="3134032"/>
                </a:cubicBezTo>
                <a:lnTo>
                  <a:pt x="0" y="3128466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43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3A1E3854-24CB-18C6-AF7A-9298779744B0}"/>
              </a:ext>
            </a:extLst>
          </p:cNvPr>
          <p:cNvSpPr txBox="1"/>
          <p:nvPr/>
        </p:nvSpPr>
        <p:spPr>
          <a:xfrm>
            <a:off x="445640" y="1360050"/>
            <a:ext cx="19781772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600" dirty="0">
                <a:gradFill>
                  <a:gsLst>
                    <a:gs pos="0">
                      <a:schemeClr val="accent1">
                        <a:alpha val="43000"/>
                      </a:schemeClr>
                    </a:gs>
                    <a:gs pos="68000">
                      <a:schemeClr val="bg1"/>
                    </a:gs>
                  </a:gsLst>
                  <a:lin ang="2160000" scaled="0"/>
                </a:gradFill>
                <a:latin typeface="MiSans" pitchFamily="2" charset="-122"/>
                <a:ea typeface="MiSans" pitchFamily="2" charset="-122"/>
              </a:rPr>
              <a:t>THANKS</a:t>
            </a:r>
            <a:endParaRPr lang="zh-CN" altLang="en-US" sz="16600" dirty="0">
              <a:gradFill>
                <a:gsLst>
                  <a:gs pos="0">
                    <a:schemeClr val="accent1">
                      <a:alpha val="43000"/>
                    </a:schemeClr>
                  </a:gs>
                  <a:gs pos="68000">
                    <a:schemeClr val="bg1"/>
                  </a:gs>
                </a:gsLst>
                <a:lin ang="2160000" scaled="0"/>
              </a:gradFill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8ECEAC8C-5E81-DF7D-AF8F-0733F58E0813}"/>
              </a:ext>
            </a:extLst>
          </p:cNvPr>
          <p:cNvSpPr/>
          <p:nvPr/>
        </p:nvSpPr>
        <p:spPr>
          <a:xfrm flipH="1">
            <a:off x="6433171" y="1415845"/>
            <a:ext cx="5788974" cy="5442155"/>
          </a:xfrm>
          <a:custGeom>
            <a:avLst/>
            <a:gdLst>
              <a:gd name="connsiteX0" fmla="*/ 2822510 w 5867401"/>
              <a:gd name="connsiteY0" fmla="*/ 0 h 5515883"/>
              <a:gd name="connsiteX1" fmla="*/ 5867401 w 5867401"/>
              <a:gd name="connsiteY1" fmla="*/ 3044891 h 5515883"/>
              <a:gd name="connsiteX2" fmla="*/ 4759344 w 5867401"/>
              <a:gd name="connsiteY2" fmla="*/ 5394477 h 5515883"/>
              <a:gd name="connsiteX3" fmla="*/ 4596990 w 5867401"/>
              <a:gd name="connsiteY3" fmla="*/ 5515883 h 5515883"/>
              <a:gd name="connsiteX4" fmla="*/ 1048031 w 5867401"/>
              <a:gd name="connsiteY4" fmla="*/ 5515883 h 5515883"/>
              <a:gd name="connsiteX5" fmla="*/ 885677 w 5867401"/>
              <a:gd name="connsiteY5" fmla="*/ 5394477 h 5515883"/>
              <a:gd name="connsiteX6" fmla="*/ 16902 w 5867401"/>
              <a:gd name="connsiteY6" fmla="*/ 4230100 h 5515883"/>
              <a:gd name="connsiteX7" fmla="*/ 0 w 5867401"/>
              <a:gd name="connsiteY7" fmla="*/ 4183921 h 5515883"/>
              <a:gd name="connsiteX8" fmla="*/ 0 w 5867401"/>
              <a:gd name="connsiteY8" fmla="*/ 1905861 h 5515883"/>
              <a:gd name="connsiteX9" fmla="*/ 16902 w 5867401"/>
              <a:gd name="connsiteY9" fmla="*/ 1859682 h 5515883"/>
              <a:gd name="connsiteX10" fmla="*/ 2822510 w 5867401"/>
              <a:gd name="connsiteY10" fmla="*/ 0 h 5515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67401" h="5515883">
                <a:moveTo>
                  <a:pt x="2822510" y="0"/>
                </a:moveTo>
                <a:cubicBezTo>
                  <a:pt x="4504157" y="0"/>
                  <a:pt x="5867401" y="1363244"/>
                  <a:pt x="5867401" y="3044891"/>
                </a:cubicBezTo>
                <a:cubicBezTo>
                  <a:pt x="5867401" y="3990818"/>
                  <a:pt x="5436062" y="4835999"/>
                  <a:pt x="4759344" y="5394477"/>
                </a:cubicBezTo>
                <a:lnTo>
                  <a:pt x="4596990" y="5515883"/>
                </a:lnTo>
                <a:lnTo>
                  <a:pt x="1048031" y="5515883"/>
                </a:lnTo>
                <a:lnTo>
                  <a:pt x="885677" y="5394477"/>
                </a:lnTo>
                <a:cubicBezTo>
                  <a:pt x="509722" y="5084212"/>
                  <a:pt x="209502" y="4685457"/>
                  <a:pt x="16902" y="4230100"/>
                </a:cubicBezTo>
                <a:lnTo>
                  <a:pt x="0" y="4183921"/>
                </a:lnTo>
                <a:lnTo>
                  <a:pt x="0" y="1905861"/>
                </a:lnTo>
                <a:lnTo>
                  <a:pt x="16902" y="1859682"/>
                </a:lnTo>
                <a:cubicBezTo>
                  <a:pt x="479141" y="766825"/>
                  <a:pt x="1561275" y="0"/>
                  <a:pt x="2822510" y="0"/>
                </a:cubicBezTo>
                <a:close/>
              </a:path>
            </a:pathLst>
          </a:custGeom>
          <a:blipFill>
            <a:blip r:embed="rId2"/>
            <a:srcRect/>
            <a:stretch>
              <a:fillRect t="-17667" b="-17667"/>
            </a:stretch>
          </a:blipFill>
          <a:ln>
            <a:noFill/>
          </a:ln>
          <a:effectLst>
            <a:outerShdw blurRad="330200" dist="190500" dir="2700000" algn="tl" rotWithShape="0">
              <a:schemeClr val="bg1">
                <a:lumMod val="7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汉仪旗黑X1-55W" panose="00020600040101010101" pitchFamily="18" charset="-122"/>
            </a:endParaRPr>
          </a:p>
        </p:txBody>
      </p:sp>
      <p:sp>
        <p:nvSpPr>
          <p:cNvPr id="12" name="演示研究所 SlideLab.cc">
            <a:extLst>
              <a:ext uri="{FF2B5EF4-FFF2-40B4-BE49-F238E27FC236}">
                <a16:creationId xmlns:a16="http://schemas.microsoft.com/office/drawing/2014/main" id="{E76FB037-65ED-4248-5848-FDA954D786F4}"/>
              </a:ext>
            </a:extLst>
          </p:cNvPr>
          <p:cNvSpPr txBox="1"/>
          <p:nvPr/>
        </p:nvSpPr>
        <p:spPr>
          <a:xfrm>
            <a:off x="1054819" y="3110146"/>
            <a:ext cx="578897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10000"/>
                    </a:prstClr>
                  </a:outerShdw>
                </a:effectLst>
                <a:latin typeface="MiSans Demibold" pitchFamily="2" charset="-122"/>
                <a:ea typeface="MiSans Demibold" pitchFamily="2" charset="-122"/>
                <a:cs typeface="字魂143号-狂傲行书" panose="00000500000000000000" pitchFamily="2" charset="-122"/>
                <a:sym typeface="思源黑体 CN Light" panose="020B0300000000000000" pitchFamily="34" charset="-122"/>
              </a:rPr>
              <a:t>Thank you for watching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50800" dist="38100" dir="5400000" algn="t" rotWithShape="0">
                  <a:prstClr val="black">
                    <a:alpha val="10000"/>
                  </a:prstClr>
                </a:outerShdw>
              </a:effectLst>
              <a:latin typeface="MiSans Demibold" pitchFamily="2" charset="-122"/>
              <a:ea typeface="MiSans Demibold" pitchFamily="2" charset="-122"/>
              <a:cs typeface="字魂143号-狂傲行书" panose="00000500000000000000" pitchFamily="2" charset="-122"/>
              <a:sym typeface="思源黑体 CN Light" panose="020B0300000000000000" pitchFamily="34" charset="-122"/>
            </a:endParaRPr>
          </a:p>
        </p:txBody>
      </p:sp>
      <p:sp>
        <p:nvSpPr>
          <p:cNvPr id="17" name="演示研究所 SlideLab.cc">
            <a:extLst>
              <a:ext uri="{FF2B5EF4-FFF2-40B4-BE49-F238E27FC236}">
                <a16:creationId xmlns:a16="http://schemas.microsoft.com/office/drawing/2014/main" id="{C6FB2257-C6F0-DF70-DF3B-C4684CB111FA}"/>
              </a:ext>
            </a:extLst>
          </p:cNvPr>
          <p:cNvSpPr/>
          <p:nvPr/>
        </p:nvSpPr>
        <p:spPr>
          <a:xfrm>
            <a:off x="6391226" y="287576"/>
            <a:ext cx="1195584" cy="1195584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旗黑X1-55W" panose="00020600040101010101" pitchFamily="18" charset="-122"/>
            </a:endParaRPr>
          </a:p>
        </p:txBody>
      </p:sp>
      <p:sp>
        <p:nvSpPr>
          <p:cNvPr id="62" name="演示研究所 SlideLab.cc">
            <a:extLst>
              <a:ext uri="{FF2B5EF4-FFF2-40B4-BE49-F238E27FC236}">
                <a16:creationId xmlns:a16="http://schemas.microsoft.com/office/drawing/2014/main" id="{21F45FD4-CD08-405B-128C-C86D990C1677}"/>
              </a:ext>
            </a:extLst>
          </p:cNvPr>
          <p:cNvSpPr/>
          <p:nvPr/>
        </p:nvSpPr>
        <p:spPr>
          <a:xfrm>
            <a:off x="484" y="5236395"/>
            <a:ext cx="3272369" cy="1614754"/>
          </a:xfrm>
          <a:custGeom>
            <a:avLst/>
            <a:gdLst>
              <a:gd name="connsiteX0" fmla="*/ 1536457 w 3272369"/>
              <a:gd name="connsiteY0" fmla="*/ 3024 h 1614754"/>
              <a:gd name="connsiteX1" fmla="*/ 2584149 w 3272369"/>
              <a:gd name="connsiteY1" fmla="*/ 299257 h 1614754"/>
              <a:gd name="connsiteX2" fmla="*/ 3260017 w 3272369"/>
              <a:gd name="connsiteY2" fmla="*/ 1412311 h 1614754"/>
              <a:gd name="connsiteX3" fmla="*/ 3272369 w 3272369"/>
              <a:gd name="connsiteY3" fmla="*/ 1614754 h 1614754"/>
              <a:gd name="connsiteX4" fmla="*/ 2441804 w 3272369"/>
              <a:gd name="connsiteY4" fmla="*/ 1614754 h 1614754"/>
              <a:gd name="connsiteX5" fmla="*/ 2435959 w 3272369"/>
              <a:gd name="connsiteY5" fmla="*/ 1519472 h 1614754"/>
              <a:gd name="connsiteX6" fmla="*/ 2100103 w 3272369"/>
              <a:gd name="connsiteY6" fmla="*/ 974756 h 1614754"/>
              <a:gd name="connsiteX7" fmla="*/ 1273901 w 3272369"/>
              <a:gd name="connsiteY7" fmla="*/ 915523 h 1614754"/>
              <a:gd name="connsiteX8" fmla="*/ 838390 w 3272369"/>
              <a:gd name="connsiteY8" fmla="*/ 1511044 h 1614754"/>
              <a:gd name="connsiteX9" fmla="*/ 830978 w 3272369"/>
              <a:gd name="connsiteY9" fmla="*/ 1614754 h 1614754"/>
              <a:gd name="connsiteX10" fmla="*/ 0 w 3272369"/>
              <a:gd name="connsiteY10" fmla="*/ 1614754 h 1614754"/>
              <a:gd name="connsiteX11" fmla="*/ 15445 w 3272369"/>
              <a:gd name="connsiteY11" fmla="*/ 1395681 h 1614754"/>
              <a:gd name="connsiteX12" fmla="*/ 894206 w 3272369"/>
              <a:gd name="connsiteY12" fmla="*/ 176329 h 1614754"/>
              <a:gd name="connsiteX13" fmla="*/ 1536457 w 3272369"/>
              <a:gd name="connsiteY13" fmla="*/ 3024 h 1614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72369" h="1614754">
                <a:moveTo>
                  <a:pt x="1536457" y="3024"/>
                </a:moveTo>
                <a:cubicBezTo>
                  <a:pt x="1903259" y="-19190"/>
                  <a:pt x="2273885" y="81112"/>
                  <a:pt x="2584149" y="299257"/>
                </a:cubicBezTo>
                <a:cubicBezTo>
                  <a:pt x="2961584" y="564629"/>
                  <a:pt x="3201969" y="970775"/>
                  <a:pt x="3260017" y="1412311"/>
                </a:cubicBezTo>
                <a:lnTo>
                  <a:pt x="3272369" y="1614754"/>
                </a:lnTo>
                <a:lnTo>
                  <a:pt x="2441804" y="1614754"/>
                </a:lnTo>
                <a:lnTo>
                  <a:pt x="2435959" y="1519472"/>
                </a:lnTo>
                <a:cubicBezTo>
                  <a:pt x="2407192" y="1303015"/>
                  <a:pt x="2287654" y="1104041"/>
                  <a:pt x="2100103" y="974756"/>
                </a:cubicBezTo>
                <a:cubicBezTo>
                  <a:pt x="1856903" y="807111"/>
                  <a:pt x="1539371" y="784346"/>
                  <a:pt x="1273901" y="915523"/>
                </a:cubicBezTo>
                <a:cubicBezTo>
                  <a:pt x="1035998" y="1033079"/>
                  <a:pt x="874937" y="1256888"/>
                  <a:pt x="838390" y="1511044"/>
                </a:cubicBezTo>
                <a:lnTo>
                  <a:pt x="830978" y="1614754"/>
                </a:lnTo>
                <a:lnTo>
                  <a:pt x="0" y="1614754"/>
                </a:lnTo>
                <a:lnTo>
                  <a:pt x="15445" y="1395681"/>
                </a:lnTo>
                <a:cubicBezTo>
                  <a:pt x="89124" y="876270"/>
                  <a:pt x="413862" y="418422"/>
                  <a:pt x="894206" y="176329"/>
                </a:cubicBezTo>
                <a:cubicBezTo>
                  <a:pt x="1097671" y="73784"/>
                  <a:pt x="1316376" y="16351"/>
                  <a:pt x="1536457" y="3024"/>
                </a:cubicBezTo>
                <a:close/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汉仪旗黑X1-55W" panose="00020600040101010101" pitchFamily="18" charset="-122"/>
            </a:endParaRPr>
          </a:p>
        </p:txBody>
      </p:sp>
      <p:grpSp>
        <p:nvGrpSpPr>
          <p:cNvPr id="22" name="演示研究所 SlideLab.cc">
            <a:extLst>
              <a:ext uri="{FF2B5EF4-FFF2-40B4-BE49-F238E27FC236}">
                <a16:creationId xmlns:a16="http://schemas.microsoft.com/office/drawing/2014/main" id="{3FCC9056-09EA-4111-0CAB-83B8B14044F8}"/>
              </a:ext>
            </a:extLst>
          </p:cNvPr>
          <p:cNvGrpSpPr/>
          <p:nvPr/>
        </p:nvGrpSpPr>
        <p:grpSpPr>
          <a:xfrm rot="16200000" flipV="1">
            <a:off x="5612531" y="5602325"/>
            <a:ext cx="292598" cy="1346667"/>
            <a:chOff x="1724433" y="1612606"/>
            <a:chExt cx="241950" cy="1113561"/>
          </a:xfrm>
          <a:solidFill>
            <a:schemeClr val="tx1">
              <a:lumMod val="50000"/>
              <a:lumOff val="50000"/>
            </a:schemeClr>
          </a:solidFill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FB9A118E-C4D9-CF49-4F33-AD167208E731}"/>
                </a:ext>
              </a:extLst>
            </p:cNvPr>
            <p:cNvGrpSpPr/>
            <p:nvPr/>
          </p:nvGrpSpPr>
          <p:grpSpPr>
            <a:xfrm>
              <a:off x="1898681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33" name="演示研究所 SlideLab.cc">
                <a:extLst>
                  <a:ext uri="{FF2B5EF4-FFF2-40B4-BE49-F238E27FC236}">
                    <a16:creationId xmlns:a16="http://schemas.microsoft.com/office/drawing/2014/main" id="{8004A745-D82E-832C-9E2D-55A0EF6665C6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演示研究所 SlideLab.cc">
                <a:extLst>
                  <a:ext uri="{FF2B5EF4-FFF2-40B4-BE49-F238E27FC236}">
                    <a16:creationId xmlns:a16="http://schemas.microsoft.com/office/drawing/2014/main" id="{404662F0-9A03-B745-40BB-58EBAED61C8B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演示研究所 SlideLab.cc">
                <a:extLst>
                  <a:ext uri="{FF2B5EF4-FFF2-40B4-BE49-F238E27FC236}">
                    <a16:creationId xmlns:a16="http://schemas.microsoft.com/office/drawing/2014/main" id="{4CE2E9E4-73FE-DB01-FB83-18AEC1919C28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演示研究所 SlideLab.cc">
                <a:extLst>
                  <a:ext uri="{FF2B5EF4-FFF2-40B4-BE49-F238E27FC236}">
                    <a16:creationId xmlns:a16="http://schemas.microsoft.com/office/drawing/2014/main" id="{5289A995-2BEE-205C-75E0-81D017C9C1EA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演示研究所 SlideLab.cc">
                <a:extLst>
                  <a:ext uri="{FF2B5EF4-FFF2-40B4-BE49-F238E27FC236}">
                    <a16:creationId xmlns:a16="http://schemas.microsoft.com/office/drawing/2014/main" id="{D8D7C16A-2B17-94F5-4148-A8BBAE7464DB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演示研究所 SlideLab.cc">
                <a:extLst>
                  <a:ext uri="{FF2B5EF4-FFF2-40B4-BE49-F238E27FC236}">
                    <a16:creationId xmlns:a16="http://schemas.microsoft.com/office/drawing/2014/main" id="{2B7F116F-B5D1-1653-271C-E42B46E2C253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演示研究所 SlideLab.cc">
                <a:extLst>
                  <a:ext uri="{FF2B5EF4-FFF2-40B4-BE49-F238E27FC236}">
                    <a16:creationId xmlns:a16="http://schemas.microsoft.com/office/drawing/2014/main" id="{78857340-D490-D459-A417-4B90F93232AC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演示研究所 SlideLab.cc">
                <a:extLst>
                  <a:ext uri="{FF2B5EF4-FFF2-40B4-BE49-F238E27FC236}">
                    <a16:creationId xmlns:a16="http://schemas.microsoft.com/office/drawing/2014/main" id="{2487CEDF-54D1-0114-DDDC-1C4D18A2707E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2B4FA9A8-9A4A-7B03-FE26-1CDA32C7D7A4}"/>
                </a:ext>
              </a:extLst>
            </p:cNvPr>
            <p:cNvGrpSpPr/>
            <p:nvPr/>
          </p:nvGrpSpPr>
          <p:grpSpPr>
            <a:xfrm>
              <a:off x="1724433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25" name="演示研究所 SlideLab.cc">
                <a:extLst>
                  <a:ext uri="{FF2B5EF4-FFF2-40B4-BE49-F238E27FC236}">
                    <a16:creationId xmlns:a16="http://schemas.microsoft.com/office/drawing/2014/main" id="{A7DCD003-F957-8536-09AF-760FF4498A5F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演示研究所 SlideLab.cc">
                <a:extLst>
                  <a:ext uri="{FF2B5EF4-FFF2-40B4-BE49-F238E27FC236}">
                    <a16:creationId xmlns:a16="http://schemas.microsoft.com/office/drawing/2014/main" id="{96E88C5F-92E7-9BFD-AEBF-AA7645378F31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演示研究所 SlideLab.cc">
                <a:extLst>
                  <a:ext uri="{FF2B5EF4-FFF2-40B4-BE49-F238E27FC236}">
                    <a16:creationId xmlns:a16="http://schemas.microsoft.com/office/drawing/2014/main" id="{916E7A7A-7E93-DEA4-AEDB-31BE17809000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演示研究所 SlideLab.cc">
                <a:extLst>
                  <a:ext uri="{FF2B5EF4-FFF2-40B4-BE49-F238E27FC236}">
                    <a16:creationId xmlns:a16="http://schemas.microsoft.com/office/drawing/2014/main" id="{11994E65-2C8D-5749-A0BF-23E79E8B9819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演示研究所 SlideLab.cc">
                <a:extLst>
                  <a:ext uri="{FF2B5EF4-FFF2-40B4-BE49-F238E27FC236}">
                    <a16:creationId xmlns:a16="http://schemas.microsoft.com/office/drawing/2014/main" id="{8352966E-5D53-138F-9DD6-B8E16C981182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演示研究所 SlideLab.cc">
                <a:extLst>
                  <a:ext uri="{FF2B5EF4-FFF2-40B4-BE49-F238E27FC236}">
                    <a16:creationId xmlns:a16="http://schemas.microsoft.com/office/drawing/2014/main" id="{637C8210-4D1C-F4F5-0C8F-C5DC2C904086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演示研究所 SlideLab.cc">
                <a:extLst>
                  <a:ext uri="{FF2B5EF4-FFF2-40B4-BE49-F238E27FC236}">
                    <a16:creationId xmlns:a16="http://schemas.microsoft.com/office/drawing/2014/main" id="{2397D8BF-40C9-9C64-913B-66424962E3BE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" name="演示研究所 SlideLab.cc">
                <a:extLst>
                  <a:ext uri="{FF2B5EF4-FFF2-40B4-BE49-F238E27FC236}">
                    <a16:creationId xmlns:a16="http://schemas.microsoft.com/office/drawing/2014/main" id="{294B58D8-B386-22ED-3D2B-FF5E1E94048D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5" name="演示研究所 SlideLab.cc">
            <a:extLst>
              <a:ext uri="{FF2B5EF4-FFF2-40B4-BE49-F238E27FC236}">
                <a16:creationId xmlns:a16="http://schemas.microsoft.com/office/drawing/2014/main" id="{8071D4E5-0C36-6B93-2DE3-857063E085A9}"/>
              </a:ext>
            </a:extLst>
          </p:cNvPr>
          <p:cNvSpPr/>
          <p:nvPr/>
        </p:nvSpPr>
        <p:spPr>
          <a:xfrm rot="15334232">
            <a:off x="10433259" y="433318"/>
            <a:ext cx="2291071" cy="1187327"/>
          </a:xfrm>
          <a:custGeom>
            <a:avLst/>
            <a:gdLst>
              <a:gd name="connsiteX0" fmla="*/ 2218490 w 2736779"/>
              <a:gd name="connsiteY0" fmla="*/ 75723 h 1418311"/>
              <a:gd name="connsiteX1" fmla="*/ 2696204 w 2736779"/>
              <a:gd name="connsiteY1" fmla="*/ 297855 h 1418311"/>
              <a:gd name="connsiteX2" fmla="*/ 2736779 w 2736779"/>
              <a:gd name="connsiteY2" fmla="*/ 327316 h 1418311"/>
              <a:gd name="connsiteX3" fmla="*/ 2444448 w 2736779"/>
              <a:gd name="connsiteY3" fmla="*/ 1418311 h 1418311"/>
              <a:gd name="connsiteX4" fmla="*/ 2397887 w 2736779"/>
              <a:gd name="connsiteY4" fmla="*/ 1335837 h 1418311"/>
              <a:gd name="connsiteX5" fmla="*/ 1688060 w 2736779"/>
              <a:gd name="connsiteY5" fmla="*/ 970194 h 1418311"/>
              <a:gd name="connsiteX6" fmla="*/ 985646 w 2736779"/>
              <a:gd name="connsiteY6" fmla="*/ 1349883 h 1418311"/>
              <a:gd name="connsiteX7" fmla="*/ 953242 w 2736779"/>
              <a:gd name="connsiteY7" fmla="*/ 1410047 h 1418311"/>
              <a:gd name="connsiteX8" fmla="*/ 0 w 2736779"/>
              <a:gd name="connsiteY8" fmla="*/ 1154627 h 1418311"/>
              <a:gd name="connsiteX9" fmla="*/ 12867 w 2736779"/>
              <a:gd name="connsiteY9" fmla="*/ 1119218 h 1418311"/>
              <a:gd name="connsiteX10" fmla="*/ 1678412 w 2736779"/>
              <a:gd name="connsiteY10" fmla="*/ 92 h 1418311"/>
              <a:gd name="connsiteX11" fmla="*/ 2218490 w 2736779"/>
              <a:gd name="connsiteY11" fmla="*/ 75723 h 1418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6779" h="1418311">
                <a:moveTo>
                  <a:pt x="2218490" y="75723"/>
                </a:moveTo>
                <a:cubicBezTo>
                  <a:pt x="2389492" y="126680"/>
                  <a:pt x="2550101" y="202054"/>
                  <a:pt x="2696204" y="297855"/>
                </a:cubicBezTo>
                <a:lnTo>
                  <a:pt x="2736779" y="327316"/>
                </a:lnTo>
                <a:lnTo>
                  <a:pt x="2444448" y="1418311"/>
                </a:lnTo>
                <a:lnTo>
                  <a:pt x="2397887" y="1335837"/>
                </a:lnTo>
                <a:cubicBezTo>
                  <a:pt x="2241538" y="1112237"/>
                  <a:pt x="1981153" y="967279"/>
                  <a:pt x="1688060" y="970194"/>
                </a:cubicBezTo>
                <a:cubicBezTo>
                  <a:pt x="1394968" y="973109"/>
                  <a:pt x="1137517" y="1123217"/>
                  <a:pt x="985646" y="1349883"/>
                </a:cubicBezTo>
                <a:lnTo>
                  <a:pt x="953242" y="1410047"/>
                </a:lnTo>
                <a:lnTo>
                  <a:pt x="0" y="1154627"/>
                </a:lnTo>
                <a:lnTo>
                  <a:pt x="12867" y="1119218"/>
                </a:lnTo>
                <a:cubicBezTo>
                  <a:pt x="286529" y="467443"/>
                  <a:pt x="927694" y="7559"/>
                  <a:pt x="1678412" y="92"/>
                </a:cubicBezTo>
                <a:cubicBezTo>
                  <a:pt x="1866091" y="-1775"/>
                  <a:pt x="2047488" y="24766"/>
                  <a:pt x="2218490" y="75723"/>
                </a:cubicBezTo>
                <a:close/>
              </a:path>
            </a:pathLst>
          </a:custGeom>
          <a:solidFill>
            <a:schemeClr val="accent2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汉仪旗黑X1-55W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9548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4C3B8C30484D52FCE607593D13867EA961BE20DBCB9AA5C5AEA958F5CEAB993E" val="[{&quot;GradientColorId&quot;:&quot;&quot;,&quot;IsFree&quot;:true,&quot;IsGradient&quot;:false,&quot;ImagePath&quot;:&quot;&quot;,&quot;GradientColor&quot;:null,&quot;SimpleColor&quot;:&quot;#FFFFFF&quot;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01175840"/>
  <p:tag name="MH_LIBRARY" val="GRAPHIC"/>
  <p:tag name="MH_TYPE" val="SubTitle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01175840"/>
  <p:tag name="MH_LIBRARY" val="GRAPHIC"/>
  <p:tag name="MH_TYPE" val="SubTitle"/>
  <p:tag name="MH_ORDER" val="1"/>
</p:tagLst>
</file>

<file path=ppt/theme/theme1.xml><?xml version="1.0" encoding="utf-8"?>
<a:theme xmlns:a="http://schemas.openxmlformats.org/drawingml/2006/main" name="Office 主题​​">
  <a:themeElements>
    <a:clrScheme name="自定义 6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515B"/>
      </a:accent1>
      <a:accent2>
        <a:srgbClr val="979CAA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221</Words>
  <Application>Microsoft Office PowerPoint</Application>
  <PresentationFormat>宽屏</PresentationFormat>
  <Paragraphs>54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MiSans</vt:lpstr>
      <vt:lpstr>MiSans Demibold</vt:lpstr>
      <vt:lpstr>MiSans Normal</vt:lpstr>
      <vt:lpstr>Quicksand SemiBold</vt:lpstr>
      <vt:lpstr>等线</vt:lpstr>
      <vt:lpstr>等线 Light</vt:lpstr>
      <vt:lpstr>汉仪旗黑X1-55W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code</dc:creator>
  <cp:lastModifiedBy>俊凯 王</cp:lastModifiedBy>
  <cp:revision>23</cp:revision>
  <dcterms:created xsi:type="dcterms:W3CDTF">2022-09-06T03:58:07Z</dcterms:created>
  <dcterms:modified xsi:type="dcterms:W3CDTF">2026-03-22T13:22:44Z</dcterms:modified>
</cp:coreProperties>
</file>